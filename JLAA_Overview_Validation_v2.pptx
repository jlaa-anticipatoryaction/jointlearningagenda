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8" r:id="rId4"/>
    <p:sldId id="258" r:id="rId5"/>
    <p:sldId id="259" r:id="rId6"/>
    <p:sldId id="260" r:id="rId7"/>
    <p:sldId id="261" r:id="rId8"/>
    <p:sldId id="262" r:id="rId9"/>
    <p:sldId id="263" r:id="rId10"/>
    <p:sldId id="264" r:id="rId11"/>
    <p:sldId id="267" r:id="rId12"/>
    <p:sldId id="270" r:id="rId13"/>
    <p:sldId id="272" r:id="rId14"/>
    <p:sldId id="273" r:id="rId15"/>
    <p:sldId id="275" r:id="rId16"/>
    <p:sldId id="278" r:id="rId17"/>
    <p:sldId id="277" r:id="rId18"/>
    <p:sldId id="269" r:id="rId19"/>
    <p:sldId id="266" r:id="rId20"/>
    <p:sldId id="279"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5604A6-3985-4ADD-BF8C-3330B2AF5E5A}" v="590" dt="2026-10-14T14:40:15.040"/>
    <p1510:client id="{E8AFD982-3483-4846-8D23-874960F66D58}" v="9" dt="2026-10-15T12:23:45.6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341" y="5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azi, Kamran Khan (ESA)" userId="d9091442-e87e-4b0b-94b3-8ae3a2f64ff6" providerId="ADAL" clId="{8F5BA232-730D-4FC4-8BD3-9B948244BDE3}"/>
    <pc:docChg chg="undo redo custSel addSld delSld modSld sldOrd">
      <pc:chgData name="Niazi, Kamran Khan (ESA)" userId="d9091442-e87e-4b0b-94b3-8ae3a2f64ff6" providerId="ADAL" clId="{8F5BA232-730D-4FC4-8BD3-9B948244BDE3}" dt="2026-10-15T14:36:17.888" v="2978" actId="20577"/>
      <pc:docMkLst>
        <pc:docMk/>
      </pc:docMkLst>
      <pc:sldChg chg="delSp modSp mod">
        <pc:chgData name="Niazi, Kamran Khan (ESA)" userId="d9091442-e87e-4b0b-94b3-8ae3a2f64ff6" providerId="ADAL" clId="{8F5BA232-730D-4FC4-8BD3-9B948244BDE3}" dt="2026-10-14T13:07:42.331" v="15" actId="20577"/>
        <pc:sldMkLst>
          <pc:docMk/>
          <pc:sldMk cId="0" sldId="256"/>
        </pc:sldMkLst>
        <pc:spChg chg="del mod">
          <ac:chgData name="Niazi, Kamran Khan (ESA)" userId="d9091442-e87e-4b0b-94b3-8ae3a2f64ff6" providerId="ADAL" clId="{8F5BA232-730D-4FC4-8BD3-9B948244BDE3}" dt="2026-10-14T13:07:04.324" v="5" actId="478"/>
          <ac:spMkLst>
            <pc:docMk/>
            <pc:sldMk cId="0" sldId="256"/>
            <ac:spMk id="4" creationId="{00000000-0000-0000-0000-000000000000}"/>
          </ac:spMkLst>
        </pc:spChg>
        <pc:spChg chg="mod">
          <ac:chgData name="Niazi, Kamran Khan (ESA)" userId="d9091442-e87e-4b0b-94b3-8ae3a2f64ff6" providerId="ADAL" clId="{8F5BA232-730D-4FC4-8BD3-9B948244BDE3}" dt="2026-10-14T13:07:42.331" v="15" actId="20577"/>
          <ac:spMkLst>
            <pc:docMk/>
            <pc:sldMk cId="0" sldId="256"/>
            <ac:spMk id="9" creationId="{00000000-0000-0000-0000-000000000000}"/>
          </ac:spMkLst>
        </pc:spChg>
        <pc:picChg chg="mod">
          <ac:chgData name="Niazi, Kamran Khan (ESA)" userId="d9091442-e87e-4b0b-94b3-8ae3a2f64ff6" providerId="ADAL" clId="{8F5BA232-730D-4FC4-8BD3-9B948244BDE3}" dt="2026-10-14T13:07:09.149" v="6" actId="1076"/>
          <ac:picMkLst>
            <pc:docMk/>
            <pc:sldMk cId="0" sldId="256"/>
            <ac:picMk id="5" creationId="{00000000-0000-0000-0000-000000000000}"/>
          </ac:picMkLst>
        </pc:picChg>
      </pc:sldChg>
      <pc:sldChg chg="delSp modSp mod">
        <pc:chgData name="Niazi, Kamran Khan (ESA)" userId="d9091442-e87e-4b0b-94b3-8ae3a2f64ff6" providerId="ADAL" clId="{8F5BA232-730D-4FC4-8BD3-9B948244BDE3}" dt="2026-10-15T09:46:23.721" v="1247" actId="1076"/>
        <pc:sldMkLst>
          <pc:docMk/>
          <pc:sldMk cId="0" sldId="257"/>
        </pc:sldMkLst>
        <pc:spChg chg="mod">
          <ac:chgData name="Niazi, Kamran Khan (ESA)" userId="d9091442-e87e-4b0b-94b3-8ae3a2f64ff6" providerId="ADAL" clId="{8F5BA232-730D-4FC4-8BD3-9B948244BDE3}" dt="2026-10-15T09:46:23.721" v="1247" actId="1076"/>
          <ac:spMkLst>
            <pc:docMk/>
            <pc:sldMk cId="0" sldId="257"/>
            <ac:spMk id="5" creationId="{00000000-0000-0000-0000-000000000000}"/>
          </ac:spMkLst>
        </pc:spChg>
        <pc:spChg chg="mod">
          <ac:chgData name="Niazi, Kamran Khan (ESA)" userId="d9091442-e87e-4b0b-94b3-8ae3a2f64ff6" providerId="ADAL" clId="{8F5BA232-730D-4FC4-8BD3-9B948244BDE3}" dt="2026-10-14T14:29:39.886" v="605" actId="20577"/>
          <ac:spMkLst>
            <pc:docMk/>
            <pc:sldMk cId="0" sldId="257"/>
            <ac:spMk id="8" creationId="{00000000-0000-0000-0000-000000000000}"/>
          </ac:spMkLst>
        </pc:spChg>
        <pc:spChg chg="mod">
          <ac:chgData name="Niazi, Kamran Khan (ESA)" userId="d9091442-e87e-4b0b-94b3-8ae3a2f64ff6" providerId="ADAL" clId="{8F5BA232-730D-4FC4-8BD3-9B948244BDE3}" dt="2026-10-14T14:30:11.222" v="690" actId="313"/>
          <ac:spMkLst>
            <pc:docMk/>
            <pc:sldMk cId="0" sldId="257"/>
            <ac:spMk id="11" creationId="{00000000-0000-0000-0000-000000000000}"/>
          </ac:spMkLst>
        </pc:spChg>
        <pc:spChg chg="mod">
          <ac:chgData name="Niazi, Kamran Khan (ESA)" userId="d9091442-e87e-4b0b-94b3-8ae3a2f64ff6" providerId="ADAL" clId="{8F5BA232-730D-4FC4-8BD3-9B948244BDE3}" dt="2026-10-15T07:33:49.060" v="850" actId="20577"/>
          <ac:spMkLst>
            <pc:docMk/>
            <pc:sldMk cId="0" sldId="257"/>
            <ac:spMk id="14" creationId="{00000000-0000-0000-0000-000000000000}"/>
          </ac:spMkLst>
        </pc:spChg>
        <pc:spChg chg="mod">
          <ac:chgData name="Niazi, Kamran Khan (ESA)" userId="d9091442-e87e-4b0b-94b3-8ae3a2f64ff6" providerId="ADAL" clId="{8F5BA232-730D-4FC4-8BD3-9B948244BDE3}" dt="2026-10-14T14:30:05.105" v="689" actId="20577"/>
          <ac:spMkLst>
            <pc:docMk/>
            <pc:sldMk cId="0" sldId="257"/>
            <ac:spMk id="17" creationId="{00000000-0000-0000-0000-000000000000}"/>
          </ac:spMkLst>
        </pc:spChg>
        <pc:picChg chg="del mod">
          <ac:chgData name="Niazi, Kamran Khan (ESA)" userId="d9091442-e87e-4b0b-94b3-8ae3a2f64ff6" providerId="ADAL" clId="{8F5BA232-730D-4FC4-8BD3-9B948244BDE3}" dt="2026-10-15T09:46:18.389" v="1246" actId="478"/>
          <ac:picMkLst>
            <pc:docMk/>
            <pc:sldMk cId="0" sldId="257"/>
            <ac:picMk id="4" creationId="{00000000-0000-0000-0000-000000000000}"/>
          </ac:picMkLst>
        </pc:picChg>
      </pc:sldChg>
      <pc:sldChg chg="modSp mod">
        <pc:chgData name="Niazi, Kamran Khan (ESA)" userId="d9091442-e87e-4b0b-94b3-8ae3a2f64ff6" providerId="ADAL" clId="{8F5BA232-730D-4FC4-8BD3-9B948244BDE3}" dt="2026-10-15T07:39:30.460" v="925" actId="1076"/>
        <pc:sldMkLst>
          <pc:docMk/>
          <pc:sldMk cId="0" sldId="258"/>
        </pc:sldMkLst>
        <pc:spChg chg="mod">
          <ac:chgData name="Niazi, Kamran Khan (ESA)" userId="d9091442-e87e-4b0b-94b3-8ae3a2f64ff6" providerId="ADAL" clId="{8F5BA232-730D-4FC4-8BD3-9B948244BDE3}" dt="2026-10-14T13:08:04.142" v="17" actId="1076"/>
          <ac:spMkLst>
            <pc:docMk/>
            <pc:sldMk cId="0" sldId="258"/>
            <ac:spMk id="3" creationId="{00000000-0000-0000-0000-000000000000}"/>
          </ac:spMkLst>
        </pc:spChg>
        <pc:spChg chg="mod">
          <ac:chgData name="Niazi, Kamran Khan (ESA)" userId="d9091442-e87e-4b0b-94b3-8ae3a2f64ff6" providerId="ADAL" clId="{8F5BA232-730D-4FC4-8BD3-9B948244BDE3}" dt="2026-10-15T07:39:30.460" v="925" actId="1076"/>
          <ac:spMkLst>
            <pc:docMk/>
            <pc:sldMk cId="0" sldId="258"/>
            <ac:spMk id="4" creationId="{00000000-0000-0000-0000-000000000000}"/>
          </ac:spMkLst>
        </pc:spChg>
        <pc:spChg chg="mod">
          <ac:chgData name="Niazi, Kamran Khan (ESA)" userId="d9091442-e87e-4b0b-94b3-8ae3a2f64ff6" providerId="ADAL" clId="{8F5BA232-730D-4FC4-8BD3-9B948244BDE3}" dt="2026-10-15T07:39:26.883" v="924" actId="1076"/>
          <ac:spMkLst>
            <pc:docMk/>
            <pc:sldMk cId="0" sldId="258"/>
            <ac:spMk id="5" creationId="{00000000-0000-0000-0000-000000000000}"/>
          </ac:spMkLst>
        </pc:spChg>
        <pc:spChg chg="mod">
          <ac:chgData name="Niazi, Kamran Khan (ESA)" userId="d9091442-e87e-4b0b-94b3-8ae3a2f64ff6" providerId="ADAL" clId="{8F5BA232-730D-4FC4-8BD3-9B948244BDE3}" dt="2026-10-14T13:09:22.198" v="36" actId="1076"/>
          <ac:spMkLst>
            <pc:docMk/>
            <pc:sldMk cId="0" sldId="258"/>
            <ac:spMk id="6" creationId="{00000000-0000-0000-0000-000000000000}"/>
          </ac:spMkLst>
        </pc:spChg>
        <pc:spChg chg="mod">
          <ac:chgData name="Niazi, Kamran Khan (ESA)" userId="d9091442-e87e-4b0b-94b3-8ae3a2f64ff6" providerId="ADAL" clId="{8F5BA232-730D-4FC4-8BD3-9B948244BDE3}" dt="2026-10-14T13:08:57.138" v="30" actId="1076"/>
          <ac:spMkLst>
            <pc:docMk/>
            <pc:sldMk cId="0" sldId="258"/>
            <ac:spMk id="7" creationId="{00000000-0000-0000-0000-000000000000}"/>
          </ac:spMkLst>
        </pc:spChg>
        <pc:spChg chg="mod">
          <ac:chgData name="Niazi, Kamran Khan (ESA)" userId="d9091442-e87e-4b0b-94b3-8ae3a2f64ff6" providerId="ADAL" clId="{8F5BA232-730D-4FC4-8BD3-9B948244BDE3}" dt="2026-10-14T13:09:10.404" v="34" actId="1076"/>
          <ac:spMkLst>
            <pc:docMk/>
            <pc:sldMk cId="0" sldId="258"/>
            <ac:spMk id="8" creationId="{00000000-0000-0000-0000-000000000000}"/>
          </ac:spMkLst>
        </pc:spChg>
        <pc:spChg chg="mod">
          <ac:chgData name="Niazi, Kamran Khan (ESA)" userId="d9091442-e87e-4b0b-94b3-8ae3a2f64ff6" providerId="ADAL" clId="{8F5BA232-730D-4FC4-8BD3-9B948244BDE3}" dt="2026-10-14T13:09:13.794" v="35" actId="1076"/>
          <ac:spMkLst>
            <pc:docMk/>
            <pc:sldMk cId="0" sldId="258"/>
            <ac:spMk id="9" creationId="{00000000-0000-0000-0000-000000000000}"/>
          </ac:spMkLst>
        </pc:spChg>
        <pc:spChg chg="mod">
          <ac:chgData name="Niazi, Kamran Khan (ESA)" userId="d9091442-e87e-4b0b-94b3-8ae3a2f64ff6" providerId="ADAL" clId="{8F5BA232-730D-4FC4-8BD3-9B948244BDE3}" dt="2026-10-14T13:09:02.071" v="32" actId="1076"/>
          <ac:spMkLst>
            <pc:docMk/>
            <pc:sldMk cId="0" sldId="258"/>
            <ac:spMk id="10" creationId="{00000000-0000-0000-0000-000000000000}"/>
          </ac:spMkLst>
        </pc:spChg>
        <pc:spChg chg="mod">
          <ac:chgData name="Niazi, Kamran Khan (ESA)" userId="d9091442-e87e-4b0b-94b3-8ae3a2f64ff6" providerId="ADAL" clId="{8F5BA232-730D-4FC4-8BD3-9B948244BDE3}" dt="2026-10-14T13:09:04.523" v="33" actId="1076"/>
          <ac:spMkLst>
            <pc:docMk/>
            <pc:sldMk cId="0" sldId="258"/>
            <ac:spMk id="11" creationId="{00000000-0000-0000-0000-000000000000}"/>
          </ac:spMkLst>
        </pc:spChg>
        <pc:picChg chg="mod">
          <ac:chgData name="Niazi, Kamran Khan (ESA)" userId="d9091442-e87e-4b0b-94b3-8ae3a2f64ff6" providerId="ADAL" clId="{8F5BA232-730D-4FC4-8BD3-9B948244BDE3}" dt="2026-10-14T13:07:55.731" v="16" actId="14100"/>
          <ac:picMkLst>
            <pc:docMk/>
            <pc:sldMk cId="0" sldId="258"/>
            <ac:picMk id="2" creationId="{00000000-0000-0000-0000-000000000000}"/>
          </ac:picMkLst>
        </pc:picChg>
      </pc:sldChg>
      <pc:sldChg chg="modSp mod">
        <pc:chgData name="Niazi, Kamran Khan (ESA)" userId="d9091442-e87e-4b0b-94b3-8ae3a2f64ff6" providerId="ADAL" clId="{8F5BA232-730D-4FC4-8BD3-9B948244BDE3}" dt="2026-10-15T07:39:16.771" v="923" actId="1076"/>
        <pc:sldMkLst>
          <pc:docMk/>
          <pc:sldMk cId="0" sldId="259"/>
        </pc:sldMkLst>
        <pc:spChg chg="mod">
          <ac:chgData name="Niazi, Kamran Khan (ESA)" userId="d9091442-e87e-4b0b-94b3-8ae3a2f64ff6" providerId="ADAL" clId="{8F5BA232-730D-4FC4-8BD3-9B948244BDE3}" dt="2026-10-15T07:39:16.771" v="923" actId="1076"/>
          <ac:spMkLst>
            <pc:docMk/>
            <pc:sldMk cId="0" sldId="259"/>
            <ac:spMk id="3" creationId="{00000000-0000-0000-0000-000000000000}"/>
          </ac:spMkLst>
        </pc:spChg>
      </pc:sldChg>
      <pc:sldChg chg="modSp mod">
        <pc:chgData name="Niazi, Kamran Khan (ESA)" userId="d9091442-e87e-4b0b-94b3-8ae3a2f64ff6" providerId="ADAL" clId="{8F5BA232-730D-4FC4-8BD3-9B948244BDE3}" dt="2026-10-15T07:35:48.734" v="921" actId="20577"/>
        <pc:sldMkLst>
          <pc:docMk/>
          <pc:sldMk cId="0" sldId="260"/>
        </pc:sldMkLst>
        <pc:spChg chg="mod">
          <ac:chgData name="Niazi, Kamran Khan (ESA)" userId="d9091442-e87e-4b0b-94b3-8ae3a2f64ff6" providerId="ADAL" clId="{8F5BA232-730D-4FC4-8BD3-9B948244BDE3}" dt="2026-10-15T07:35:48.734" v="921" actId="20577"/>
          <ac:spMkLst>
            <pc:docMk/>
            <pc:sldMk cId="0" sldId="260"/>
            <ac:spMk id="3" creationId="{00000000-0000-0000-0000-000000000000}"/>
          </ac:spMkLst>
        </pc:spChg>
      </pc:sldChg>
      <pc:sldChg chg="modSp mod">
        <pc:chgData name="Niazi, Kamran Khan (ESA)" userId="d9091442-e87e-4b0b-94b3-8ae3a2f64ff6" providerId="ADAL" clId="{8F5BA232-730D-4FC4-8BD3-9B948244BDE3}" dt="2026-10-15T09:47:07.691" v="1256" actId="20577"/>
        <pc:sldMkLst>
          <pc:docMk/>
          <pc:sldMk cId="0" sldId="261"/>
        </pc:sldMkLst>
        <pc:spChg chg="mod">
          <ac:chgData name="Niazi, Kamran Khan (ESA)" userId="d9091442-e87e-4b0b-94b3-8ae3a2f64ff6" providerId="ADAL" clId="{8F5BA232-730D-4FC4-8BD3-9B948244BDE3}" dt="2026-10-15T09:47:07.691" v="1256" actId="20577"/>
          <ac:spMkLst>
            <pc:docMk/>
            <pc:sldMk cId="0" sldId="261"/>
            <ac:spMk id="3" creationId="{00000000-0000-0000-0000-000000000000}"/>
          </ac:spMkLst>
        </pc:spChg>
        <pc:spChg chg="mod">
          <ac:chgData name="Niazi, Kamran Khan (ESA)" userId="d9091442-e87e-4b0b-94b3-8ae3a2f64ff6" providerId="ADAL" clId="{8F5BA232-730D-4FC4-8BD3-9B948244BDE3}" dt="2026-10-15T07:34:48.490" v="858" actId="20577"/>
          <ac:spMkLst>
            <pc:docMk/>
            <pc:sldMk cId="0" sldId="261"/>
            <ac:spMk id="4" creationId="{00000000-0000-0000-0000-000000000000}"/>
          </ac:spMkLst>
        </pc:spChg>
      </pc:sldChg>
      <pc:sldChg chg="delSp modSp mod">
        <pc:chgData name="Niazi, Kamran Khan (ESA)" userId="d9091442-e87e-4b0b-94b3-8ae3a2f64ff6" providerId="ADAL" clId="{8F5BA232-730D-4FC4-8BD3-9B948244BDE3}" dt="2026-10-15T13:17:45.349" v="2887" actId="1076"/>
        <pc:sldMkLst>
          <pc:docMk/>
          <pc:sldMk cId="0" sldId="262"/>
        </pc:sldMkLst>
        <pc:spChg chg="mod">
          <ac:chgData name="Niazi, Kamran Khan (ESA)" userId="d9091442-e87e-4b0b-94b3-8ae3a2f64ff6" providerId="ADAL" clId="{8F5BA232-730D-4FC4-8BD3-9B948244BDE3}" dt="2026-10-15T13:17:45.349" v="2887" actId="1076"/>
          <ac:spMkLst>
            <pc:docMk/>
            <pc:sldMk cId="0" sldId="262"/>
            <ac:spMk id="3" creationId="{00000000-0000-0000-0000-000000000000}"/>
          </ac:spMkLst>
        </pc:spChg>
        <pc:spChg chg="mod">
          <ac:chgData name="Niazi, Kamran Khan (ESA)" userId="d9091442-e87e-4b0b-94b3-8ae3a2f64ff6" providerId="ADAL" clId="{8F5BA232-730D-4FC4-8BD3-9B948244BDE3}" dt="2026-10-15T13:17:40.990" v="2886" actId="1076"/>
          <ac:spMkLst>
            <pc:docMk/>
            <pc:sldMk cId="0" sldId="262"/>
            <ac:spMk id="4" creationId="{00000000-0000-0000-0000-000000000000}"/>
          </ac:spMkLst>
        </pc:spChg>
        <pc:spChg chg="mod">
          <ac:chgData name="Niazi, Kamran Khan (ESA)" userId="d9091442-e87e-4b0b-94b3-8ae3a2f64ff6" providerId="ADAL" clId="{8F5BA232-730D-4FC4-8BD3-9B948244BDE3}" dt="2026-10-15T13:17:40.990" v="2886" actId="1076"/>
          <ac:spMkLst>
            <pc:docMk/>
            <pc:sldMk cId="0" sldId="262"/>
            <ac:spMk id="5" creationId="{00000000-0000-0000-0000-000000000000}"/>
          </ac:spMkLst>
        </pc:spChg>
        <pc:spChg chg="mod">
          <ac:chgData name="Niazi, Kamran Khan (ESA)" userId="d9091442-e87e-4b0b-94b3-8ae3a2f64ff6" providerId="ADAL" clId="{8F5BA232-730D-4FC4-8BD3-9B948244BDE3}" dt="2026-10-15T13:17:40.990" v="2886" actId="1076"/>
          <ac:spMkLst>
            <pc:docMk/>
            <pc:sldMk cId="0" sldId="262"/>
            <ac:spMk id="6" creationId="{00000000-0000-0000-0000-000000000000}"/>
          </ac:spMkLst>
        </pc:spChg>
        <pc:spChg chg="mod">
          <ac:chgData name="Niazi, Kamran Khan (ESA)" userId="d9091442-e87e-4b0b-94b3-8ae3a2f64ff6" providerId="ADAL" clId="{8F5BA232-730D-4FC4-8BD3-9B948244BDE3}" dt="2026-10-15T13:17:40.990" v="2886" actId="1076"/>
          <ac:spMkLst>
            <pc:docMk/>
            <pc:sldMk cId="0" sldId="262"/>
            <ac:spMk id="7" creationId="{00000000-0000-0000-0000-000000000000}"/>
          </ac:spMkLst>
        </pc:spChg>
        <pc:spChg chg="mod">
          <ac:chgData name="Niazi, Kamran Khan (ESA)" userId="d9091442-e87e-4b0b-94b3-8ae3a2f64ff6" providerId="ADAL" clId="{8F5BA232-730D-4FC4-8BD3-9B948244BDE3}" dt="2026-10-15T13:17:40.990" v="2886" actId="1076"/>
          <ac:spMkLst>
            <pc:docMk/>
            <pc:sldMk cId="0" sldId="262"/>
            <ac:spMk id="8" creationId="{00000000-0000-0000-0000-000000000000}"/>
          </ac:spMkLst>
        </pc:spChg>
        <pc:spChg chg="mod">
          <ac:chgData name="Niazi, Kamran Khan (ESA)" userId="d9091442-e87e-4b0b-94b3-8ae3a2f64ff6" providerId="ADAL" clId="{8F5BA232-730D-4FC4-8BD3-9B948244BDE3}" dt="2026-10-15T13:17:40.990" v="2886" actId="1076"/>
          <ac:spMkLst>
            <pc:docMk/>
            <pc:sldMk cId="0" sldId="262"/>
            <ac:spMk id="9" creationId="{00000000-0000-0000-0000-000000000000}"/>
          </ac:spMkLst>
        </pc:spChg>
        <pc:spChg chg="mod">
          <ac:chgData name="Niazi, Kamran Khan (ESA)" userId="d9091442-e87e-4b0b-94b3-8ae3a2f64ff6" providerId="ADAL" clId="{8F5BA232-730D-4FC4-8BD3-9B948244BDE3}" dt="2026-10-15T13:17:40.990" v="2886" actId="1076"/>
          <ac:spMkLst>
            <pc:docMk/>
            <pc:sldMk cId="0" sldId="262"/>
            <ac:spMk id="10" creationId="{00000000-0000-0000-0000-000000000000}"/>
          </ac:spMkLst>
        </pc:spChg>
        <pc:spChg chg="mod">
          <ac:chgData name="Niazi, Kamran Khan (ESA)" userId="d9091442-e87e-4b0b-94b3-8ae3a2f64ff6" providerId="ADAL" clId="{8F5BA232-730D-4FC4-8BD3-9B948244BDE3}" dt="2026-10-15T13:17:40.990" v="2886" actId="1076"/>
          <ac:spMkLst>
            <pc:docMk/>
            <pc:sldMk cId="0" sldId="262"/>
            <ac:spMk id="11" creationId="{00000000-0000-0000-0000-000000000000}"/>
          </ac:spMkLst>
        </pc:spChg>
        <pc:spChg chg="mod">
          <ac:chgData name="Niazi, Kamran Khan (ESA)" userId="d9091442-e87e-4b0b-94b3-8ae3a2f64ff6" providerId="ADAL" clId="{8F5BA232-730D-4FC4-8BD3-9B948244BDE3}" dt="2026-10-15T13:17:40.990" v="2886" actId="1076"/>
          <ac:spMkLst>
            <pc:docMk/>
            <pc:sldMk cId="0" sldId="262"/>
            <ac:spMk id="12" creationId="{00000000-0000-0000-0000-000000000000}"/>
          </ac:spMkLst>
        </pc:spChg>
        <pc:spChg chg="mod">
          <ac:chgData name="Niazi, Kamran Khan (ESA)" userId="d9091442-e87e-4b0b-94b3-8ae3a2f64ff6" providerId="ADAL" clId="{8F5BA232-730D-4FC4-8BD3-9B948244BDE3}" dt="2026-10-15T13:17:40.990" v="2886" actId="1076"/>
          <ac:spMkLst>
            <pc:docMk/>
            <pc:sldMk cId="0" sldId="262"/>
            <ac:spMk id="13" creationId="{00000000-0000-0000-0000-000000000000}"/>
          </ac:spMkLst>
        </pc:spChg>
        <pc:spChg chg="del">
          <ac:chgData name="Niazi, Kamran Khan (ESA)" userId="d9091442-e87e-4b0b-94b3-8ae3a2f64ff6" providerId="ADAL" clId="{8F5BA232-730D-4FC4-8BD3-9B948244BDE3}" dt="2026-10-15T13:17:28.359" v="2884" actId="478"/>
          <ac:spMkLst>
            <pc:docMk/>
            <pc:sldMk cId="0" sldId="262"/>
            <ac:spMk id="14" creationId="{00000000-0000-0000-0000-000000000000}"/>
          </ac:spMkLst>
        </pc:spChg>
        <pc:spChg chg="del">
          <ac:chgData name="Niazi, Kamran Khan (ESA)" userId="d9091442-e87e-4b0b-94b3-8ae3a2f64ff6" providerId="ADAL" clId="{8F5BA232-730D-4FC4-8BD3-9B948244BDE3}" dt="2026-10-15T13:17:28.359" v="2884" actId="478"/>
          <ac:spMkLst>
            <pc:docMk/>
            <pc:sldMk cId="0" sldId="262"/>
            <ac:spMk id="15" creationId="{00000000-0000-0000-0000-000000000000}"/>
          </ac:spMkLst>
        </pc:spChg>
      </pc:sldChg>
      <pc:sldChg chg="addSp delSp modSp mod">
        <pc:chgData name="Niazi, Kamran Khan (ESA)" userId="d9091442-e87e-4b0b-94b3-8ae3a2f64ff6" providerId="ADAL" clId="{8F5BA232-730D-4FC4-8BD3-9B948244BDE3}" dt="2026-10-15T11:43:53.654" v="1945" actId="20577"/>
        <pc:sldMkLst>
          <pc:docMk/>
          <pc:sldMk cId="0" sldId="264"/>
        </pc:sldMkLst>
        <pc:spChg chg="mod">
          <ac:chgData name="Niazi, Kamran Khan (ESA)" userId="d9091442-e87e-4b0b-94b3-8ae3a2f64ff6" providerId="ADAL" clId="{8F5BA232-730D-4FC4-8BD3-9B948244BDE3}" dt="2026-10-15T11:42:22.130" v="1798" actId="20577"/>
          <ac:spMkLst>
            <pc:docMk/>
            <pc:sldMk cId="0" sldId="264"/>
            <ac:spMk id="3" creationId="{00000000-0000-0000-0000-000000000000}"/>
          </ac:spMkLst>
        </pc:spChg>
        <pc:spChg chg="mod">
          <ac:chgData name="Niazi, Kamran Khan (ESA)" userId="d9091442-e87e-4b0b-94b3-8ae3a2f64ff6" providerId="ADAL" clId="{8F5BA232-730D-4FC4-8BD3-9B948244BDE3}" dt="2026-10-15T11:42:59.945" v="1837" actId="20577"/>
          <ac:spMkLst>
            <pc:docMk/>
            <pc:sldMk cId="0" sldId="264"/>
            <ac:spMk id="6" creationId="{00000000-0000-0000-0000-000000000000}"/>
          </ac:spMkLst>
        </pc:spChg>
        <pc:spChg chg="mod">
          <ac:chgData name="Niazi, Kamran Khan (ESA)" userId="d9091442-e87e-4b0b-94b3-8ae3a2f64ff6" providerId="ADAL" clId="{8F5BA232-730D-4FC4-8BD3-9B948244BDE3}" dt="2026-10-15T11:43:04.778" v="1841"/>
          <ac:spMkLst>
            <pc:docMk/>
            <pc:sldMk cId="0" sldId="264"/>
            <ac:spMk id="7" creationId="{00000000-0000-0000-0000-000000000000}"/>
          </ac:spMkLst>
        </pc:spChg>
        <pc:spChg chg="mod">
          <ac:chgData name="Niazi, Kamran Khan (ESA)" userId="d9091442-e87e-4b0b-94b3-8ae3a2f64ff6" providerId="ADAL" clId="{8F5BA232-730D-4FC4-8BD3-9B948244BDE3}" dt="2026-10-15T11:42:36.669" v="1812" actId="20577"/>
          <ac:spMkLst>
            <pc:docMk/>
            <pc:sldMk cId="0" sldId="264"/>
            <ac:spMk id="10" creationId="{00000000-0000-0000-0000-000000000000}"/>
          </ac:spMkLst>
        </pc:spChg>
        <pc:spChg chg="mod">
          <ac:chgData name="Niazi, Kamran Khan (ESA)" userId="d9091442-e87e-4b0b-94b3-8ae3a2f64ff6" providerId="ADAL" clId="{8F5BA232-730D-4FC4-8BD3-9B948244BDE3}" dt="2026-10-15T11:42:44.280" v="1816"/>
          <ac:spMkLst>
            <pc:docMk/>
            <pc:sldMk cId="0" sldId="264"/>
            <ac:spMk id="11" creationId="{00000000-0000-0000-0000-000000000000}"/>
          </ac:spMkLst>
        </pc:spChg>
        <pc:spChg chg="del">
          <ac:chgData name="Niazi, Kamran Khan (ESA)" userId="d9091442-e87e-4b0b-94b3-8ae3a2f64ff6" providerId="ADAL" clId="{8F5BA232-730D-4FC4-8BD3-9B948244BDE3}" dt="2026-10-15T11:43:08.972" v="1846" actId="478"/>
          <ac:spMkLst>
            <pc:docMk/>
            <pc:sldMk cId="0" sldId="264"/>
            <ac:spMk id="12" creationId="{00000000-0000-0000-0000-000000000000}"/>
          </ac:spMkLst>
        </pc:spChg>
        <pc:spChg chg="del">
          <ac:chgData name="Niazi, Kamran Khan (ESA)" userId="d9091442-e87e-4b0b-94b3-8ae3a2f64ff6" providerId="ADAL" clId="{8F5BA232-730D-4FC4-8BD3-9B948244BDE3}" dt="2026-10-15T11:43:08.278" v="1845" actId="478"/>
          <ac:spMkLst>
            <pc:docMk/>
            <pc:sldMk cId="0" sldId="264"/>
            <ac:spMk id="13" creationId="{00000000-0000-0000-0000-000000000000}"/>
          </ac:spMkLst>
        </pc:spChg>
        <pc:spChg chg="del">
          <ac:chgData name="Niazi, Kamran Khan (ESA)" userId="d9091442-e87e-4b0b-94b3-8ae3a2f64ff6" providerId="ADAL" clId="{8F5BA232-730D-4FC4-8BD3-9B948244BDE3}" dt="2026-10-15T11:43:07.682" v="1842" actId="478"/>
          <ac:spMkLst>
            <pc:docMk/>
            <pc:sldMk cId="0" sldId="264"/>
            <ac:spMk id="14" creationId="{00000000-0000-0000-0000-000000000000}"/>
          </ac:spMkLst>
        </pc:spChg>
        <pc:spChg chg="del mod">
          <ac:chgData name="Niazi, Kamran Khan (ESA)" userId="d9091442-e87e-4b0b-94b3-8ae3a2f64ff6" providerId="ADAL" clId="{8F5BA232-730D-4FC4-8BD3-9B948244BDE3}" dt="2026-10-15T11:43:07.682" v="1844"/>
          <ac:spMkLst>
            <pc:docMk/>
            <pc:sldMk cId="0" sldId="264"/>
            <ac:spMk id="15" creationId="{00000000-0000-0000-0000-000000000000}"/>
          </ac:spMkLst>
        </pc:spChg>
        <pc:spChg chg="del">
          <ac:chgData name="Niazi, Kamran Khan (ESA)" userId="d9091442-e87e-4b0b-94b3-8ae3a2f64ff6" providerId="ADAL" clId="{8F5BA232-730D-4FC4-8BD3-9B948244BDE3}" dt="2026-10-15T11:42:48.178" v="1821" actId="478"/>
          <ac:spMkLst>
            <pc:docMk/>
            <pc:sldMk cId="0" sldId="264"/>
            <ac:spMk id="16" creationId="{00000000-0000-0000-0000-000000000000}"/>
          </ac:spMkLst>
        </pc:spChg>
        <pc:spChg chg="del">
          <ac:chgData name="Niazi, Kamran Khan (ESA)" userId="d9091442-e87e-4b0b-94b3-8ae3a2f64ff6" providerId="ADAL" clId="{8F5BA232-730D-4FC4-8BD3-9B948244BDE3}" dt="2026-10-15T11:42:47.198" v="1818" actId="478"/>
          <ac:spMkLst>
            <pc:docMk/>
            <pc:sldMk cId="0" sldId="264"/>
            <ac:spMk id="17" creationId="{00000000-0000-0000-0000-000000000000}"/>
          </ac:spMkLst>
        </pc:spChg>
        <pc:spChg chg="del mod">
          <ac:chgData name="Niazi, Kamran Khan (ESA)" userId="d9091442-e87e-4b0b-94b3-8ae3a2f64ff6" providerId="ADAL" clId="{8F5BA232-730D-4FC4-8BD3-9B948244BDE3}" dt="2026-10-15T11:42:50.163" v="1822" actId="478"/>
          <ac:spMkLst>
            <pc:docMk/>
            <pc:sldMk cId="0" sldId="264"/>
            <ac:spMk id="18" creationId="{00000000-0000-0000-0000-000000000000}"/>
          </ac:spMkLst>
        </pc:spChg>
        <pc:spChg chg="del mod">
          <ac:chgData name="Niazi, Kamran Khan (ESA)" userId="d9091442-e87e-4b0b-94b3-8ae3a2f64ff6" providerId="ADAL" clId="{8F5BA232-730D-4FC4-8BD3-9B948244BDE3}" dt="2026-10-15T11:42:47.219" v="1820"/>
          <ac:spMkLst>
            <pc:docMk/>
            <pc:sldMk cId="0" sldId="264"/>
            <ac:spMk id="19" creationId="{00000000-0000-0000-0000-000000000000}"/>
          </ac:spMkLst>
        </pc:spChg>
        <pc:spChg chg="add del">
          <ac:chgData name="Niazi, Kamran Khan (ESA)" userId="d9091442-e87e-4b0b-94b3-8ae3a2f64ff6" providerId="ADAL" clId="{8F5BA232-730D-4FC4-8BD3-9B948244BDE3}" dt="2026-10-15T09:48:55.719" v="1278" actId="22"/>
          <ac:spMkLst>
            <pc:docMk/>
            <pc:sldMk cId="0" sldId="264"/>
            <ac:spMk id="22" creationId="{DDF4467A-BE06-91E8-4E6E-4B93101C508A}"/>
          </ac:spMkLst>
        </pc:spChg>
        <pc:spChg chg="add del">
          <ac:chgData name="Niazi, Kamran Khan (ESA)" userId="d9091442-e87e-4b0b-94b3-8ae3a2f64ff6" providerId="ADAL" clId="{8F5BA232-730D-4FC4-8BD3-9B948244BDE3}" dt="2026-10-15T09:48:55.719" v="1278" actId="22"/>
          <ac:spMkLst>
            <pc:docMk/>
            <pc:sldMk cId="0" sldId="264"/>
            <ac:spMk id="24" creationId="{EDFDDD9B-6020-6E16-C9E6-D7CC49FC8792}"/>
          </ac:spMkLst>
        </pc:spChg>
        <pc:spChg chg="add del">
          <ac:chgData name="Niazi, Kamran Khan (ESA)" userId="d9091442-e87e-4b0b-94b3-8ae3a2f64ff6" providerId="ADAL" clId="{8F5BA232-730D-4FC4-8BD3-9B948244BDE3}" dt="2026-10-15T09:48:55.719" v="1278" actId="22"/>
          <ac:spMkLst>
            <pc:docMk/>
            <pc:sldMk cId="0" sldId="264"/>
            <ac:spMk id="26" creationId="{F5748073-4AF7-8BA8-B73F-01FE3F45261F}"/>
          </ac:spMkLst>
        </pc:spChg>
        <pc:spChg chg="add del">
          <ac:chgData name="Niazi, Kamran Khan (ESA)" userId="d9091442-e87e-4b0b-94b3-8ae3a2f64ff6" providerId="ADAL" clId="{8F5BA232-730D-4FC4-8BD3-9B948244BDE3}" dt="2026-10-15T09:48:55.719" v="1278" actId="22"/>
          <ac:spMkLst>
            <pc:docMk/>
            <pc:sldMk cId="0" sldId="264"/>
            <ac:spMk id="28" creationId="{6662FCDF-91AD-8E6A-18E4-2F991A3C0944}"/>
          </ac:spMkLst>
        </pc:spChg>
        <pc:spChg chg="add del">
          <ac:chgData name="Niazi, Kamran Khan (ESA)" userId="d9091442-e87e-4b0b-94b3-8ae3a2f64ff6" providerId="ADAL" clId="{8F5BA232-730D-4FC4-8BD3-9B948244BDE3}" dt="2026-10-15T09:48:55.719" v="1278" actId="22"/>
          <ac:spMkLst>
            <pc:docMk/>
            <pc:sldMk cId="0" sldId="264"/>
            <ac:spMk id="30" creationId="{DCFB5530-B6B2-586F-CDD3-F8EC4E019000}"/>
          </ac:spMkLst>
        </pc:spChg>
        <pc:spChg chg="add del">
          <ac:chgData name="Niazi, Kamran Khan (ESA)" userId="d9091442-e87e-4b0b-94b3-8ae3a2f64ff6" providerId="ADAL" clId="{8F5BA232-730D-4FC4-8BD3-9B948244BDE3}" dt="2026-10-15T09:48:55.719" v="1278" actId="22"/>
          <ac:spMkLst>
            <pc:docMk/>
            <pc:sldMk cId="0" sldId="264"/>
            <ac:spMk id="32" creationId="{B2462537-406B-E676-7702-283F33408599}"/>
          </ac:spMkLst>
        </pc:spChg>
        <pc:spChg chg="add del">
          <ac:chgData name="Niazi, Kamran Khan (ESA)" userId="d9091442-e87e-4b0b-94b3-8ae3a2f64ff6" providerId="ADAL" clId="{8F5BA232-730D-4FC4-8BD3-9B948244BDE3}" dt="2026-10-15T09:48:55.719" v="1278" actId="22"/>
          <ac:spMkLst>
            <pc:docMk/>
            <pc:sldMk cId="0" sldId="264"/>
            <ac:spMk id="34" creationId="{14CC155A-74DA-2A8F-DC58-EC6C1796B25E}"/>
          </ac:spMkLst>
        </pc:spChg>
        <pc:spChg chg="add del">
          <ac:chgData name="Niazi, Kamran Khan (ESA)" userId="d9091442-e87e-4b0b-94b3-8ae3a2f64ff6" providerId="ADAL" clId="{8F5BA232-730D-4FC4-8BD3-9B948244BDE3}" dt="2026-10-15T09:48:55.719" v="1278" actId="22"/>
          <ac:spMkLst>
            <pc:docMk/>
            <pc:sldMk cId="0" sldId="264"/>
            <ac:spMk id="36" creationId="{1D9102F8-53AB-3096-D322-8E78C8F754DD}"/>
          </ac:spMkLst>
        </pc:spChg>
        <pc:spChg chg="add del">
          <ac:chgData name="Niazi, Kamran Khan (ESA)" userId="d9091442-e87e-4b0b-94b3-8ae3a2f64ff6" providerId="ADAL" clId="{8F5BA232-730D-4FC4-8BD3-9B948244BDE3}" dt="2026-10-15T09:48:55.719" v="1278" actId="22"/>
          <ac:spMkLst>
            <pc:docMk/>
            <pc:sldMk cId="0" sldId="264"/>
            <ac:spMk id="38" creationId="{3B84B403-67B1-4527-B848-4075F95A5BBE}"/>
          </ac:spMkLst>
        </pc:spChg>
        <pc:spChg chg="add del">
          <ac:chgData name="Niazi, Kamran Khan (ESA)" userId="d9091442-e87e-4b0b-94b3-8ae3a2f64ff6" providerId="ADAL" clId="{8F5BA232-730D-4FC4-8BD3-9B948244BDE3}" dt="2026-10-15T09:48:55.719" v="1278" actId="22"/>
          <ac:spMkLst>
            <pc:docMk/>
            <pc:sldMk cId="0" sldId="264"/>
            <ac:spMk id="40" creationId="{CAAAD6DA-59BC-3603-8D7B-1B1F27B13103}"/>
          </ac:spMkLst>
        </pc:spChg>
        <pc:spChg chg="add mod">
          <ac:chgData name="Niazi, Kamran Khan (ESA)" userId="d9091442-e87e-4b0b-94b3-8ae3a2f64ff6" providerId="ADAL" clId="{8F5BA232-730D-4FC4-8BD3-9B948244BDE3}" dt="2026-10-15T11:43:24.831" v="1851" actId="1076"/>
          <ac:spMkLst>
            <pc:docMk/>
            <pc:sldMk cId="0" sldId="264"/>
            <ac:spMk id="42" creationId="{3DCC4EDA-D123-0EDC-6A8D-93D9CD1941DE}"/>
          </ac:spMkLst>
        </pc:spChg>
        <pc:spChg chg="add mod">
          <ac:chgData name="Niazi, Kamran Khan (ESA)" userId="d9091442-e87e-4b0b-94b3-8ae3a2f64ff6" providerId="ADAL" clId="{8F5BA232-730D-4FC4-8BD3-9B948244BDE3}" dt="2026-10-15T11:43:24.831" v="1851" actId="1076"/>
          <ac:spMkLst>
            <pc:docMk/>
            <pc:sldMk cId="0" sldId="264"/>
            <ac:spMk id="44" creationId="{49FD1DCF-D93E-8965-E2FD-67C6B2C98029}"/>
          </ac:spMkLst>
        </pc:spChg>
        <pc:spChg chg="add mod">
          <ac:chgData name="Niazi, Kamran Khan (ESA)" userId="d9091442-e87e-4b0b-94b3-8ae3a2f64ff6" providerId="ADAL" clId="{8F5BA232-730D-4FC4-8BD3-9B948244BDE3}" dt="2026-10-15T11:43:53.654" v="1945" actId="20577"/>
          <ac:spMkLst>
            <pc:docMk/>
            <pc:sldMk cId="0" sldId="264"/>
            <ac:spMk id="46" creationId="{3148ECAD-6E7A-C628-E821-BBA9DAB28FB0}"/>
          </ac:spMkLst>
        </pc:spChg>
        <pc:spChg chg="add mod">
          <ac:chgData name="Niazi, Kamran Khan (ESA)" userId="d9091442-e87e-4b0b-94b3-8ae3a2f64ff6" providerId="ADAL" clId="{8F5BA232-730D-4FC4-8BD3-9B948244BDE3}" dt="2026-10-15T11:43:24.831" v="1851" actId="1076"/>
          <ac:spMkLst>
            <pc:docMk/>
            <pc:sldMk cId="0" sldId="264"/>
            <ac:spMk id="48" creationId="{AE343768-94CF-B83A-8A07-5A000B58D1DC}"/>
          </ac:spMkLst>
        </pc:spChg>
        <pc:spChg chg="add mod">
          <ac:chgData name="Niazi, Kamran Khan (ESA)" userId="d9091442-e87e-4b0b-94b3-8ae3a2f64ff6" providerId="ADAL" clId="{8F5BA232-730D-4FC4-8BD3-9B948244BDE3}" dt="2026-10-15T11:43:24.831" v="1851" actId="1076"/>
          <ac:spMkLst>
            <pc:docMk/>
            <pc:sldMk cId="0" sldId="264"/>
            <ac:spMk id="50" creationId="{9176DD09-8DF5-C23F-8C09-CC23F79D7027}"/>
          </ac:spMkLst>
        </pc:spChg>
        <pc:spChg chg="add mod">
          <ac:chgData name="Niazi, Kamran Khan (ESA)" userId="d9091442-e87e-4b0b-94b3-8ae3a2f64ff6" providerId="ADAL" clId="{8F5BA232-730D-4FC4-8BD3-9B948244BDE3}" dt="2026-10-15T11:43:24.831" v="1851" actId="1076"/>
          <ac:spMkLst>
            <pc:docMk/>
            <pc:sldMk cId="0" sldId="264"/>
            <ac:spMk id="52" creationId="{F45DD216-E5C4-97DC-B4FD-988FDBDD26E4}"/>
          </ac:spMkLst>
        </pc:spChg>
        <pc:spChg chg="add mod">
          <ac:chgData name="Niazi, Kamran Khan (ESA)" userId="d9091442-e87e-4b0b-94b3-8ae3a2f64ff6" providerId="ADAL" clId="{8F5BA232-730D-4FC4-8BD3-9B948244BDE3}" dt="2026-10-15T11:43:24.831" v="1851" actId="1076"/>
          <ac:spMkLst>
            <pc:docMk/>
            <pc:sldMk cId="0" sldId="264"/>
            <ac:spMk id="54" creationId="{ED909D26-6521-D3D0-C77E-3BF8FE68CBD8}"/>
          </ac:spMkLst>
        </pc:spChg>
        <pc:spChg chg="add mod">
          <ac:chgData name="Niazi, Kamran Khan (ESA)" userId="d9091442-e87e-4b0b-94b3-8ae3a2f64ff6" providerId="ADAL" clId="{8F5BA232-730D-4FC4-8BD3-9B948244BDE3}" dt="2026-10-15T11:43:44.520" v="1915" actId="20577"/>
          <ac:spMkLst>
            <pc:docMk/>
            <pc:sldMk cId="0" sldId="264"/>
            <ac:spMk id="56" creationId="{7B587A41-5624-09AB-CD96-D9203439C397}"/>
          </ac:spMkLst>
        </pc:spChg>
        <pc:spChg chg="add mod">
          <ac:chgData name="Niazi, Kamran Khan (ESA)" userId="d9091442-e87e-4b0b-94b3-8ae3a2f64ff6" providerId="ADAL" clId="{8F5BA232-730D-4FC4-8BD3-9B948244BDE3}" dt="2026-10-15T11:43:24.831" v="1851" actId="1076"/>
          <ac:spMkLst>
            <pc:docMk/>
            <pc:sldMk cId="0" sldId="264"/>
            <ac:spMk id="58" creationId="{5253367B-B5B8-ECA9-BAE5-1255813BF460}"/>
          </ac:spMkLst>
        </pc:spChg>
        <pc:spChg chg="add mod">
          <ac:chgData name="Niazi, Kamran Khan (ESA)" userId="d9091442-e87e-4b0b-94b3-8ae3a2f64ff6" providerId="ADAL" clId="{8F5BA232-730D-4FC4-8BD3-9B948244BDE3}" dt="2026-10-15T11:43:24.831" v="1851" actId="1076"/>
          <ac:spMkLst>
            <pc:docMk/>
            <pc:sldMk cId="0" sldId="264"/>
            <ac:spMk id="60" creationId="{9D1110B7-439E-4EBE-9A10-5B098A173E88}"/>
          </ac:spMkLst>
        </pc:spChg>
      </pc:sldChg>
      <pc:sldChg chg="addSp delSp modSp del mod">
        <pc:chgData name="Niazi, Kamran Khan (ESA)" userId="d9091442-e87e-4b0b-94b3-8ae3a2f64ff6" providerId="ADAL" clId="{8F5BA232-730D-4FC4-8BD3-9B948244BDE3}" dt="2026-10-15T11:44:01.834" v="1946" actId="47"/>
        <pc:sldMkLst>
          <pc:docMk/>
          <pc:sldMk cId="0" sldId="265"/>
        </pc:sldMkLst>
        <pc:spChg chg="mod">
          <ac:chgData name="Niazi, Kamran Khan (ESA)" userId="d9091442-e87e-4b0b-94b3-8ae3a2f64ff6" providerId="ADAL" clId="{8F5BA232-730D-4FC4-8BD3-9B948244BDE3}" dt="2026-10-15T07:50:48.779" v="1080" actId="1076"/>
          <ac:spMkLst>
            <pc:docMk/>
            <pc:sldMk cId="0" sldId="265"/>
            <ac:spMk id="3" creationId="{00000000-0000-0000-0000-000000000000}"/>
          </ac:spMkLst>
        </pc:spChg>
        <pc:spChg chg="add del mod">
          <ac:chgData name="Niazi, Kamran Khan (ESA)" userId="d9091442-e87e-4b0b-94b3-8ae3a2f64ff6" providerId="ADAL" clId="{8F5BA232-730D-4FC4-8BD3-9B948244BDE3}" dt="2026-10-15T11:43:18.040" v="1849" actId="21"/>
          <ac:spMkLst>
            <pc:docMk/>
            <pc:sldMk cId="0" sldId="265"/>
            <ac:spMk id="4" creationId="{00000000-0000-0000-0000-000000000000}"/>
          </ac:spMkLst>
        </pc:spChg>
        <pc:spChg chg="add del mod">
          <ac:chgData name="Niazi, Kamran Khan (ESA)" userId="d9091442-e87e-4b0b-94b3-8ae3a2f64ff6" providerId="ADAL" clId="{8F5BA232-730D-4FC4-8BD3-9B948244BDE3}" dt="2026-10-15T11:43:18.040" v="1849" actId="21"/>
          <ac:spMkLst>
            <pc:docMk/>
            <pc:sldMk cId="0" sldId="265"/>
            <ac:spMk id="5" creationId="{00000000-0000-0000-0000-000000000000}"/>
          </ac:spMkLst>
        </pc:spChg>
        <pc:spChg chg="add del mod">
          <ac:chgData name="Niazi, Kamran Khan (ESA)" userId="d9091442-e87e-4b0b-94b3-8ae3a2f64ff6" providerId="ADAL" clId="{8F5BA232-730D-4FC4-8BD3-9B948244BDE3}" dt="2026-10-15T11:43:18.040" v="1849" actId="21"/>
          <ac:spMkLst>
            <pc:docMk/>
            <pc:sldMk cId="0" sldId="265"/>
            <ac:spMk id="6" creationId="{00000000-0000-0000-0000-000000000000}"/>
          </ac:spMkLst>
        </pc:spChg>
        <pc:spChg chg="add del mod">
          <ac:chgData name="Niazi, Kamran Khan (ESA)" userId="d9091442-e87e-4b0b-94b3-8ae3a2f64ff6" providerId="ADAL" clId="{8F5BA232-730D-4FC4-8BD3-9B948244BDE3}" dt="2026-10-15T11:43:18.040" v="1849" actId="21"/>
          <ac:spMkLst>
            <pc:docMk/>
            <pc:sldMk cId="0" sldId="265"/>
            <ac:spMk id="7" creationId="{00000000-0000-0000-0000-000000000000}"/>
          </ac:spMkLst>
        </pc:spChg>
        <pc:spChg chg="add del mod">
          <ac:chgData name="Niazi, Kamran Khan (ESA)" userId="d9091442-e87e-4b0b-94b3-8ae3a2f64ff6" providerId="ADAL" clId="{8F5BA232-730D-4FC4-8BD3-9B948244BDE3}" dt="2026-10-15T11:43:18.040" v="1849" actId="21"/>
          <ac:spMkLst>
            <pc:docMk/>
            <pc:sldMk cId="0" sldId="265"/>
            <ac:spMk id="8" creationId="{00000000-0000-0000-0000-000000000000}"/>
          </ac:spMkLst>
        </pc:spChg>
        <pc:spChg chg="add del mod">
          <ac:chgData name="Niazi, Kamran Khan (ESA)" userId="d9091442-e87e-4b0b-94b3-8ae3a2f64ff6" providerId="ADAL" clId="{8F5BA232-730D-4FC4-8BD3-9B948244BDE3}" dt="2026-10-15T11:43:18.040" v="1849" actId="21"/>
          <ac:spMkLst>
            <pc:docMk/>
            <pc:sldMk cId="0" sldId="265"/>
            <ac:spMk id="9" creationId="{00000000-0000-0000-0000-000000000000}"/>
          </ac:spMkLst>
        </pc:spChg>
        <pc:spChg chg="add del mod">
          <ac:chgData name="Niazi, Kamran Khan (ESA)" userId="d9091442-e87e-4b0b-94b3-8ae3a2f64ff6" providerId="ADAL" clId="{8F5BA232-730D-4FC4-8BD3-9B948244BDE3}" dt="2026-10-15T11:43:18.040" v="1849" actId="21"/>
          <ac:spMkLst>
            <pc:docMk/>
            <pc:sldMk cId="0" sldId="265"/>
            <ac:spMk id="10" creationId="{00000000-0000-0000-0000-000000000000}"/>
          </ac:spMkLst>
        </pc:spChg>
        <pc:spChg chg="add del mod">
          <ac:chgData name="Niazi, Kamran Khan (ESA)" userId="d9091442-e87e-4b0b-94b3-8ae3a2f64ff6" providerId="ADAL" clId="{8F5BA232-730D-4FC4-8BD3-9B948244BDE3}" dt="2026-10-15T11:43:18.040" v="1849" actId="21"/>
          <ac:spMkLst>
            <pc:docMk/>
            <pc:sldMk cId="0" sldId="265"/>
            <ac:spMk id="11" creationId="{00000000-0000-0000-0000-000000000000}"/>
          </ac:spMkLst>
        </pc:spChg>
        <pc:spChg chg="add del mod">
          <ac:chgData name="Niazi, Kamran Khan (ESA)" userId="d9091442-e87e-4b0b-94b3-8ae3a2f64ff6" providerId="ADAL" clId="{8F5BA232-730D-4FC4-8BD3-9B948244BDE3}" dt="2026-10-15T11:43:18.040" v="1849" actId="21"/>
          <ac:spMkLst>
            <pc:docMk/>
            <pc:sldMk cId="0" sldId="265"/>
            <ac:spMk id="12" creationId="{00000000-0000-0000-0000-000000000000}"/>
          </ac:spMkLst>
        </pc:spChg>
        <pc:spChg chg="add del mod">
          <ac:chgData name="Niazi, Kamran Khan (ESA)" userId="d9091442-e87e-4b0b-94b3-8ae3a2f64ff6" providerId="ADAL" clId="{8F5BA232-730D-4FC4-8BD3-9B948244BDE3}" dt="2026-10-15T11:43:18.040" v="1849" actId="21"/>
          <ac:spMkLst>
            <pc:docMk/>
            <pc:sldMk cId="0" sldId="265"/>
            <ac:spMk id="13" creationId="{00000000-0000-0000-0000-000000000000}"/>
          </ac:spMkLst>
        </pc:spChg>
        <pc:spChg chg="del">
          <ac:chgData name="Niazi, Kamran Khan (ESA)" userId="d9091442-e87e-4b0b-94b3-8ae3a2f64ff6" providerId="ADAL" clId="{8F5BA232-730D-4FC4-8BD3-9B948244BDE3}" dt="2026-10-15T07:50:24.034" v="1077" actId="478"/>
          <ac:spMkLst>
            <pc:docMk/>
            <pc:sldMk cId="0" sldId="265"/>
            <ac:spMk id="14" creationId="{00000000-0000-0000-0000-000000000000}"/>
          </ac:spMkLst>
        </pc:spChg>
        <pc:spChg chg="del mod">
          <ac:chgData name="Niazi, Kamran Khan (ESA)" userId="d9091442-e87e-4b0b-94b3-8ae3a2f64ff6" providerId="ADAL" clId="{8F5BA232-730D-4FC4-8BD3-9B948244BDE3}" dt="2026-10-15T07:50:28.034" v="1078" actId="478"/>
          <ac:spMkLst>
            <pc:docMk/>
            <pc:sldMk cId="0" sldId="265"/>
            <ac:spMk id="15" creationId="{00000000-0000-0000-0000-000000000000}"/>
          </ac:spMkLst>
        </pc:spChg>
      </pc:sldChg>
      <pc:sldChg chg="modSp mod ord">
        <pc:chgData name="Niazi, Kamran Khan (ESA)" userId="d9091442-e87e-4b0b-94b3-8ae3a2f64ff6" providerId="ADAL" clId="{8F5BA232-730D-4FC4-8BD3-9B948244BDE3}" dt="2026-10-15T09:53:58.086" v="1288"/>
        <pc:sldMkLst>
          <pc:docMk/>
          <pc:sldMk cId="0" sldId="266"/>
        </pc:sldMkLst>
        <pc:spChg chg="mod">
          <ac:chgData name="Niazi, Kamran Khan (ESA)" userId="d9091442-e87e-4b0b-94b3-8ae3a2f64ff6" providerId="ADAL" clId="{8F5BA232-730D-4FC4-8BD3-9B948244BDE3}" dt="2026-10-15T07:40:26.120" v="972" actId="1076"/>
          <ac:spMkLst>
            <pc:docMk/>
            <pc:sldMk cId="0" sldId="266"/>
            <ac:spMk id="3" creationId="{00000000-0000-0000-0000-000000000000}"/>
          </ac:spMkLst>
        </pc:spChg>
      </pc:sldChg>
      <pc:sldChg chg="addSp delSp modSp mod modShow">
        <pc:chgData name="Niazi, Kamran Khan (ESA)" userId="d9091442-e87e-4b0b-94b3-8ae3a2f64ff6" providerId="ADAL" clId="{8F5BA232-730D-4FC4-8BD3-9B948244BDE3}" dt="2026-10-15T11:45:50.581" v="2136" actId="1035"/>
        <pc:sldMkLst>
          <pc:docMk/>
          <pc:sldMk cId="0" sldId="267"/>
        </pc:sldMkLst>
        <pc:spChg chg="mod">
          <ac:chgData name="Niazi, Kamran Khan (ESA)" userId="d9091442-e87e-4b0b-94b3-8ae3a2f64ff6" providerId="ADAL" clId="{8F5BA232-730D-4FC4-8BD3-9B948244BDE3}" dt="2026-10-15T11:44:07.960" v="1947" actId="1076"/>
          <ac:spMkLst>
            <pc:docMk/>
            <pc:sldMk cId="0" sldId="267"/>
            <ac:spMk id="3" creationId="{00000000-0000-0000-0000-000000000000}"/>
          </ac:spMkLst>
        </pc:spChg>
        <pc:spChg chg="mod">
          <ac:chgData name="Niazi, Kamran Khan (ESA)" userId="d9091442-e87e-4b0b-94b3-8ae3a2f64ff6" providerId="ADAL" clId="{8F5BA232-730D-4FC4-8BD3-9B948244BDE3}" dt="2026-10-15T07:48:27.768" v="973" actId="313"/>
          <ac:spMkLst>
            <pc:docMk/>
            <pc:sldMk cId="0" sldId="267"/>
            <ac:spMk id="8" creationId="{00000000-0000-0000-0000-000000000000}"/>
          </ac:spMkLst>
        </pc:spChg>
        <pc:spChg chg="mod">
          <ac:chgData name="Niazi, Kamran Khan (ESA)" userId="d9091442-e87e-4b0b-94b3-8ae3a2f64ff6" providerId="ADAL" clId="{8F5BA232-730D-4FC4-8BD3-9B948244BDE3}" dt="2026-10-15T08:24:32.504" v="1241" actId="313"/>
          <ac:spMkLst>
            <pc:docMk/>
            <pc:sldMk cId="0" sldId="267"/>
            <ac:spMk id="20" creationId="{00000000-0000-0000-0000-000000000000}"/>
          </ac:spMkLst>
        </pc:spChg>
        <pc:spChg chg="add del mod">
          <ac:chgData name="Niazi, Kamran Khan (ESA)" userId="d9091442-e87e-4b0b-94b3-8ae3a2f64ff6" providerId="ADAL" clId="{8F5BA232-730D-4FC4-8BD3-9B948244BDE3}" dt="2026-10-15T08:24:24.187" v="1240" actId="478"/>
          <ac:spMkLst>
            <pc:docMk/>
            <pc:sldMk cId="0" sldId="267"/>
            <ac:spMk id="22" creationId="{9EF62071-8260-C4BD-D59E-EBB34E1E69B2}"/>
          </ac:spMkLst>
        </pc:spChg>
        <pc:spChg chg="add mod">
          <ac:chgData name="Niazi, Kamran Khan (ESA)" userId="d9091442-e87e-4b0b-94b3-8ae3a2f64ff6" providerId="ADAL" clId="{8F5BA232-730D-4FC4-8BD3-9B948244BDE3}" dt="2026-10-15T11:45:13.937" v="2133" actId="20577"/>
          <ac:spMkLst>
            <pc:docMk/>
            <pc:sldMk cId="0" sldId="267"/>
            <ac:spMk id="23" creationId="{77093ACD-9E2F-4069-5FB7-FF49195A4CA3}"/>
          </ac:spMkLst>
        </pc:spChg>
        <pc:picChg chg="mod">
          <ac:chgData name="Niazi, Kamran Khan (ESA)" userId="d9091442-e87e-4b0b-94b3-8ae3a2f64ff6" providerId="ADAL" clId="{8F5BA232-730D-4FC4-8BD3-9B948244BDE3}" dt="2026-10-15T11:45:50.581" v="2136" actId="1035"/>
          <ac:picMkLst>
            <pc:docMk/>
            <pc:sldMk cId="0" sldId="267"/>
            <ac:picMk id="4" creationId="{00000000-0000-0000-0000-000000000000}"/>
          </ac:picMkLst>
        </pc:picChg>
      </pc:sldChg>
      <pc:sldChg chg="modSp mod ord">
        <pc:chgData name="Niazi, Kamran Khan (ESA)" userId="d9091442-e87e-4b0b-94b3-8ae3a2f64ff6" providerId="ADAL" clId="{8F5BA232-730D-4FC4-8BD3-9B948244BDE3}" dt="2026-10-15T13:05:14.470" v="2883" actId="1076"/>
        <pc:sldMkLst>
          <pc:docMk/>
          <pc:sldMk cId="0" sldId="268"/>
        </pc:sldMkLst>
        <pc:spChg chg="mod">
          <ac:chgData name="Niazi, Kamran Khan (ESA)" userId="d9091442-e87e-4b0b-94b3-8ae3a2f64ff6" providerId="ADAL" clId="{8F5BA232-730D-4FC4-8BD3-9B948244BDE3}" dt="2026-10-15T07:49:03.982" v="1037" actId="20577"/>
          <ac:spMkLst>
            <pc:docMk/>
            <pc:sldMk cId="0" sldId="268"/>
            <ac:spMk id="3" creationId="{00000000-0000-0000-0000-000000000000}"/>
          </ac:spMkLst>
        </pc:spChg>
        <pc:spChg chg="mod">
          <ac:chgData name="Niazi, Kamran Khan (ESA)" userId="d9091442-e87e-4b0b-94b3-8ae3a2f64ff6" providerId="ADAL" clId="{8F5BA232-730D-4FC4-8BD3-9B948244BDE3}" dt="2026-10-14T13:16:17.936" v="52" actId="1076"/>
          <ac:spMkLst>
            <pc:docMk/>
            <pc:sldMk cId="0" sldId="268"/>
            <ac:spMk id="5" creationId="{00000000-0000-0000-0000-000000000000}"/>
          </ac:spMkLst>
        </pc:spChg>
        <pc:spChg chg="mod">
          <ac:chgData name="Niazi, Kamran Khan (ESA)" userId="d9091442-e87e-4b0b-94b3-8ae3a2f64ff6" providerId="ADAL" clId="{8F5BA232-730D-4FC4-8BD3-9B948244BDE3}" dt="2026-10-15T13:04:55.741" v="2879" actId="1076"/>
          <ac:spMkLst>
            <pc:docMk/>
            <pc:sldMk cId="0" sldId="268"/>
            <ac:spMk id="7" creationId="{00000000-0000-0000-0000-000000000000}"/>
          </ac:spMkLst>
        </pc:spChg>
        <pc:spChg chg="mod">
          <ac:chgData name="Niazi, Kamran Khan (ESA)" userId="d9091442-e87e-4b0b-94b3-8ae3a2f64ff6" providerId="ADAL" clId="{8F5BA232-730D-4FC4-8BD3-9B948244BDE3}" dt="2026-10-15T13:05:07.805" v="2881" actId="1076"/>
          <ac:spMkLst>
            <pc:docMk/>
            <pc:sldMk cId="0" sldId="268"/>
            <ac:spMk id="9" creationId="{00000000-0000-0000-0000-000000000000}"/>
          </ac:spMkLst>
        </pc:spChg>
        <pc:spChg chg="mod">
          <ac:chgData name="Niazi, Kamran Khan (ESA)" userId="d9091442-e87e-4b0b-94b3-8ae3a2f64ff6" providerId="ADAL" clId="{8F5BA232-730D-4FC4-8BD3-9B948244BDE3}" dt="2026-10-15T13:05:10.390" v="2882" actId="1076"/>
          <ac:spMkLst>
            <pc:docMk/>
            <pc:sldMk cId="0" sldId="268"/>
            <ac:spMk id="11" creationId="{00000000-0000-0000-0000-000000000000}"/>
          </ac:spMkLst>
        </pc:spChg>
        <pc:spChg chg="mod">
          <ac:chgData name="Niazi, Kamran Khan (ESA)" userId="d9091442-e87e-4b0b-94b3-8ae3a2f64ff6" providerId="ADAL" clId="{8F5BA232-730D-4FC4-8BD3-9B948244BDE3}" dt="2026-10-15T13:05:14.470" v="2883" actId="1076"/>
          <ac:spMkLst>
            <pc:docMk/>
            <pc:sldMk cId="0" sldId="268"/>
            <ac:spMk id="13" creationId="{00000000-0000-0000-0000-000000000000}"/>
          </ac:spMkLst>
        </pc:spChg>
        <pc:picChg chg="mod">
          <ac:chgData name="Niazi, Kamran Khan (ESA)" userId="d9091442-e87e-4b0b-94b3-8ae3a2f64ff6" providerId="ADAL" clId="{8F5BA232-730D-4FC4-8BD3-9B948244BDE3}" dt="2026-10-14T13:15:47.253" v="45" actId="14100"/>
          <ac:picMkLst>
            <pc:docMk/>
            <pc:sldMk cId="0" sldId="268"/>
            <ac:picMk id="4" creationId="{00000000-0000-0000-0000-000000000000}"/>
          </ac:picMkLst>
        </pc:picChg>
      </pc:sldChg>
      <pc:sldChg chg="modSp mod ord">
        <pc:chgData name="Niazi, Kamran Khan (ESA)" userId="d9091442-e87e-4b0b-94b3-8ae3a2f64ff6" providerId="ADAL" clId="{8F5BA232-730D-4FC4-8BD3-9B948244BDE3}" dt="2026-10-15T09:59:19.500" v="1433" actId="33524"/>
        <pc:sldMkLst>
          <pc:docMk/>
          <pc:sldMk cId="0" sldId="269"/>
        </pc:sldMkLst>
        <pc:spChg chg="mod">
          <ac:chgData name="Niazi, Kamran Khan (ESA)" userId="d9091442-e87e-4b0b-94b3-8ae3a2f64ff6" providerId="ADAL" clId="{8F5BA232-730D-4FC4-8BD3-9B948244BDE3}" dt="2026-10-15T09:55:18.101" v="1293" actId="20577"/>
          <ac:spMkLst>
            <pc:docMk/>
            <pc:sldMk cId="0" sldId="269"/>
            <ac:spMk id="3" creationId="{00000000-0000-0000-0000-000000000000}"/>
          </ac:spMkLst>
        </pc:spChg>
        <pc:spChg chg="mod">
          <ac:chgData name="Niazi, Kamran Khan (ESA)" userId="d9091442-e87e-4b0b-94b3-8ae3a2f64ff6" providerId="ADAL" clId="{8F5BA232-730D-4FC4-8BD3-9B948244BDE3}" dt="2026-10-14T14:20:01.870" v="331" actId="20577"/>
          <ac:spMkLst>
            <pc:docMk/>
            <pc:sldMk cId="0" sldId="269"/>
            <ac:spMk id="6" creationId="{00000000-0000-0000-0000-000000000000}"/>
          </ac:spMkLst>
        </pc:spChg>
        <pc:spChg chg="mod">
          <ac:chgData name="Niazi, Kamran Khan (ESA)" userId="d9091442-e87e-4b0b-94b3-8ae3a2f64ff6" providerId="ADAL" clId="{8F5BA232-730D-4FC4-8BD3-9B948244BDE3}" dt="2026-10-14T13:16:41.769" v="54" actId="1076"/>
          <ac:spMkLst>
            <pc:docMk/>
            <pc:sldMk cId="0" sldId="269"/>
            <ac:spMk id="8" creationId="{00000000-0000-0000-0000-000000000000}"/>
          </ac:spMkLst>
        </pc:spChg>
        <pc:spChg chg="mod">
          <ac:chgData name="Niazi, Kamran Khan (ESA)" userId="d9091442-e87e-4b0b-94b3-8ae3a2f64ff6" providerId="ADAL" clId="{8F5BA232-730D-4FC4-8BD3-9B948244BDE3}" dt="2026-10-14T14:20:31.403" v="382" actId="20577"/>
          <ac:spMkLst>
            <pc:docMk/>
            <pc:sldMk cId="0" sldId="269"/>
            <ac:spMk id="10" creationId="{00000000-0000-0000-0000-000000000000}"/>
          </ac:spMkLst>
        </pc:spChg>
        <pc:spChg chg="mod">
          <ac:chgData name="Niazi, Kamran Khan (ESA)" userId="d9091442-e87e-4b0b-94b3-8ae3a2f64ff6" providerId="ADAL" clId="{8F5BA232-730D-4FC4-8BD3-9B948244BDE3}" dt="2026-10-15T09:59:19.500" v="1433" actId="33524"/>
          <ac:spMkLst>
            <pc:docMk/>
            <pc:sldMk cId="0" sldId="269"/>
            <ac:spMk id="12" creationId="{00000000-0000-0000-0000-000000000000}"/>
          </ac:spMkLst>
        </pc:spChg>
        <pc:spChg chg="mod">
          <ac:chgData name="Niazi, Kamran Khan (ESA)" userId="d9091442-e87e-4b0b-94b3-8ae3a2f64ff6" providerId="ADAL" clId="{8F5BA232-730D-4FC4-8BD3-9B948244BDE3}" dt="2026-10-15T09:58:58.061" v="1372"/>
          <ac:spMkLst>
            <pc:docMk/>
            <pc:sldMk cId="0" sldId="269"/>
            <ac:spMk id="14" creationId="{00000000-0000-0000-0000-000000000000}"/>
          </ac:spMkLst>
        </pc:spChg>
        <pc:spChg chg="mod">
          <ac:chgData name="Niazi, Kamran Khan (ESA)" userId="d9091442-e87e-4b0b-94b3-8ae3a2f64ff6" providerId="ADAL" clId="{8F5BA232-730D-4FC4-8BD3-9B948244BDE3}" dt="2026-10-14T14:19:44.769" v="318" actId="20577"/>
          <ac:spMkLst>
            <pc:docMk/>
            <pc:sldMk cId="0" sldId="269"/>
            <ac:spMk id="16" creationId="{00000000-0000-0000-0000-000000000000}"/>
          </ac:spMkLst>
        </pc:spChg>
      </pc:sldChg>
      <pc:sldChg chg="addSp modSp mod">
        <pc:chgData name="Niazi, Kamran Khan (ESA)" userId="d9091442-e87e-4b0b-94b3-8ae3a2f64ff6" providerId="ADAL" clId="{8F5BA232-730D-4FC4-8BD3-9B948244BDE3}" dt="2026-10-15T12:24:40.266" v="2723" actId="1036"/>
        <pc:sldMkLst>
          <pc:docMk/>
          <pc:sldMk cId="0" sldId="270"/>
        </pc:sldMkLst>
        <pc:spChg chg="mod">
          <ac:chgData name="Niazi, Kamran Khan (ESA)" userId="d9091442-e87e-4b0b-94b3-8ae3a2f64ff6" providerId="ADAL" clId="{8F5BA232-730D-4FC4-8BD3-9B948244BDE3}" dt="2026-10-15T11:57:33.667" v="2137" actId="313"/>
          <ac:spMkLst>
            <pc:docMk/>
            <pc:sldMk cId="0" sldId="270"/>
            <ac:spMk id="5" creationId="{00000000-0000-0000-0000-000000000000}"/>
          </ac:spMkLst>
        </pc:spChg>
        <pc:spChg chg="add mod">
          <ac:chgData name="Niazi, Kamran Khan (ESA)" userId="d9091442-e87e-4b0b-94b3-8ae3a2f64ff6" providerId="ADAL" clId="{8F5BA232-730D-4FC4-8BD3-9B948244BDE3}" dt="2026-10-15T12:24:37.725" v="2720" actId="1076"/>
          <ac:spMkLst>
            <pc:docMk/>
            <pc:sldMk cId="0" sldId="270"/>
            <ac:spMk id="7" creationId="{E3712081-3D59-185F-5B6F-2BAB32A3F3EA}"/>
          </ac:spMkLst>
        </pc:spChg>
        <pc:picChg chg="mod">
          <ac:chgData name="Niazi, Kamran Khan (ESA)" userId="d9091442-e87e-4b0b-94b3-8ae3a2f64ff6" providerId="ADAL" clId="{8F5BA232-730D-4FC4-8BD3-9B948244BDE3}" dt="2026-10-15T12:24:40.266" v="2723" actId="1036"/>
          <ac:picMkLst>
            <pc:docMk/>
            <pc:sldMk cId="0" sldId="270"/>
            <ac:picMk id="2" creationId="{00000000-0000-0000-0000-000000000000}"/>
          </ac:picMkLst>
        </pc:picChg>
      </pc:sldChg>
      <pc:sldChg chg="del">
        <pc:chgData name="Niazi, Kamran Khan (ESA)" userId="d9091442-e87e-4b0b-94b3-8ae3a2f64ff6" providerId="ADAL" clId="{8F5BA232-730D-4FC4-8BD3-9B948244BDE3}" dt="2026-10-14T13:22:54.961" v="137" actId="47"/>
        <pc:sldMkLst>
          <pc:docMk/>
          <pc:sldMk cId="0" sldId="271"/>
        </pc:sldMkLst>
      </pc:sldChg>
      <pc:sldChg chg="delSp modSp mod">
        <pc:chgData name="Niazi, Kamran Khan (ESA)" userId="d9091442-e87e-4b0b-94b3-8ae3a2f64ff6" providerId="ADAL" clId="{8F5BA232-730D-4FC4-8BD3-9B948244BDE3}" dt="2026-10-15T13:19:05.090" v="2951" actId="20577"/>
        <pc:sldMkLst>
          <pc:docMk/>
          <pc:sldMk cId="0" sldId="272"/>
        </pc:sldMkLst>
        <pc:spChg chg="mod">
          <ac:chgData name="Niazi, Kamran Khan (ESA)" userId="d9091442-e87e-4b0b-94b3-8ae3a2f64ff6" providerId="ADAL" clId="{8F5BA232-730D-4FC4-8BD3-9B948244BDE3}" dt="2026-10-15T10:06:10.112" v="1448" actId="1076"/>
          <ac:spMkLst>
            <pc:docMk/>
            <pc:sldMk cId="0" sldId="272"/>
            <ac:spMk id="3" creationId="{00000000-0000-0000-0000-000000000000}"/>
          </ac:spMkLst>
        </pc:spChg>
        <pc:spChg chg="mod">
          <ac:chgData name="Niazi, Kamran Khan (ESA)" userId="d9091442-e87e-4b0b-94b3-8ae3a2f64ff6" providerId="ADAL" clId="{8F5BA232-730D-4FC4-8BD3-9B948244BDE3}" dt="2026-10-15T11:58:48.714" v="2139" actId="1076"/>
          <ac:spMkLst>
            <pc:docMk/>
            <pc:sldMk cId="0" sldId="272"/>
            <ac:spMk id="5" creationId="{00000000-0000-0000-0000-000000000000}"/>
          </ac:spMkLst>
        </pc:spChg>
        <pc:spChg chg="mod">
          <ac:chgData name="Niazi, Kamran Khan (ESA)" userId="d9091442-e87e-4b0b-94b3-8ae3a2f64ff6" providerId="ADAL" clId="{8F5BA232-730D-4FC4-8BD3-9B948244BDE3}" dt="2026-10-15T13:19:05.090" v="2951" actId="20577"/>
          <ac:spMkLst>
            <pc:docMk/>
            <pc:sldMk cId="0" sldId="272"/>
            <ac:spMk id="7" creationId="{00000000-0000-0000-0000-000000000000}"/>
          </ac:spMkLst>
        </pc:spChg>
        <pc:spChg chg="mod">
          <ac:chgData name="Niazi, Kamran Khan (ESA)" userId="d9091442-e87e-4b0b-94b3-8ae3a2f64ff6" providerId="ADAL" clId="{8F5BA232-730D-4FC4-8BD3-9B948244BDE3}" dt="2026-10-15T12:11:53.172" v="2500" actId="313"/>
          <ac:spMkLst>
            <pc:docMk/>
            <pc:sldMk cId="0" sldId="272"/>
            <ac:spMk id="9" creationId="{00000000-0000-0000-0000-000000000000}"/>
          </ac:spMkLst>
        </pc:spChg>
        <pc:spChg chg="mod">
          <ac:chgData name="Niazi, Kamran Khan (ESA)" userId="d9091442-e87e-4b0b-94b3-8ae3a2f64ff6" providerId="ADAL" clId="{8F5BA232-730D-4FC4-8BD3-9B948244BDE3}" dt="2026-10-15T12:16:31.017" v="2501" actId="1076"/>
          <ac:spMkLst>
            <pc:docMk/>
            <pc:sldMk cId="0" sldId="272"/>
            <ac:spMk id="11" creationId="{00000000-0000-0000-0000-000000000000}"/>
          </ac:spMkLst>
        </pc:spChg>
        <pc:spChg chg="mod">
          <ac:chgData name="Niazi, Kamran Khan (ESA)" userId="d9091442-e87e-4b0b-94b3-8ae3a2f64ff6" providerId="ADAL" clId="{8F5BA232-730D-4FC4-8BD3-9B948244BDE3}" dt="2026-10-15T12:16:48.299" v="2504" actId="1076"/>
          <ac:spMkLst>
            <pc:docMk/>
            <pc:sldMk cId="0" sldId="272"/>
            <ac:spMk id="12" creationId="{00000000-0000-0000-0000-000000000000}"/>
          </ac:spMkLst>
        </pc:spChg>
        <pc:spChg chg="mod">
          <ac:chgData name="Niazi, Kamran Khan (ESA)" userId="d9091442-e87e-4b0b-94b3-8ae3a2f64ff6" providerId="ADAL" clId="{8F5BA232-730D-4FC4-8BD3-9B948244BDE3}" dt="2026-10-15T12:16:53.296" v="2505" actId="1076"/>
          <ac:spMkLst>
            <pc:docMk/>
            <pc:sldMk cId="0" sldId="272"/>
            <ac:spMk id="13" creationId="{00000000-0000-0000-0000-000000000000}"/>
          </ac:spMkLst>
        </pc:spChg>
        <pc:spChg chg="del">
          <ac:chgData name="Niazi, Kamran Khan (ESA)" userId="d9091442-e87e-4b0b-94b3-8ae3a2f64ff6" providerId="ADAL" clId="{8F5BA232-730D-4FC4-8BD3-9B948244BDE3}" dt="2026-10-14T13:31:01.209" v="140" actId="478"/>
          <ac:spMkLst>
            <pc:docMk/>
            <pc:sldMk cId="0" sldId="272"/>
            <ac:spMk id="14" creationId="{00000000-0000-0000-0000-000000000000}"/>
          </ac:spMkLst>
        </pc:spChg>
        <pc:spChg chg="del">
          <ac:chgData name="Niazi, Kamran Khan (ESA)" userId="d9091442-e87e-4b0b-94b3-8ae3a2f64ff6" providerId="ADAL" clId="{8F5BA232-730D-4FC4-8BD3-9B948244BDE3}" dt="2026-10-14T13:30:57.079" v="139" actId="478"/>
          <ac:spMkLst>
            <pc:docMk/>
            <pc:sldMk cId="0" sldId="272"/>
            <ac:spMk id="15" creationId="{00000000-0000-0000-0000-000000000000}"/>
          </ac:spMkLst>
        </pc:spChg>
        <pc:spChg chg="del">
          <ac:chgData name="Niazi, Kamran Khan (ESA)" userId="d9091442-e87e-4b0b-94b3-8ae3a2f64ff6" providerId="ADAL" clId="{8F5BA232-730D-4FC4-8BD3-9B948244BDE3}" dt="2026-10-14T13:30:54.692" v="138" actId="478"/>
          <ac:spMkLst>
            <pc:docMk/>
            <pc:sldMk cId="0" sldId="272"/>
            <ac:spMk id="16" creationId="{00000000-0000-0000-0000-000000000000}"/>
          </ac:spMkLst>
        </pc:spChg>
      </pc:sldChg>
      <pc:sldChg chg="addSp delSp modSp mod">
        <pc:chgData name="Niazi, Kamran Khan (ESA)" userId="d9091442-e87e-4b0b-94b3-8ae3a2f64ff6" providerId="ADAL" clId="{8F5BA232-730D-4FC4-8BD3-9B948244BDE3}" dt="2026-10-15T12:54:54.146" v="2727" actId="20577"/>
        <pc:sldMkLst>
          <pc:docMk/>
          <pc:sldMk cId="0" sldId="273"/>
        </pc:sldMkLst>
        <pc:spChg chg="mod">
          <ac:chgData name="Niazi, Kamran Khan (ESA)" userId="d9091442-e87e-4b0b-94b3-8ae3a2f64ff6" providerId="ADAL" clId="{8F5BA232-730D-4FC4-8BD3-9B948244BDE3}" dt="2026-10-14T14:21:08.724" v="482" actId="1076"/>
          <ac:spMkLst>
            <pc:docMk/>
            <pc:sldMk cId="0" sldId="273"/>
            <ac:spMk id="2" creationId="{00000000-0000-0000-0000-000000000000}"/>
          </ac:spMkLst>
        </pc:spChg>
        <pc:spChg chg="mod">
          <ac:chgData name="Niazi, Kamran Khan (ESA)" userId="d9091442-e87e-4b0b-94b3-8ae3a2f64ff6" providerId="ADAL" clId="{8F5BA232-730D-4FC4-8BD3-9B948244BDE3}" dt="2026-10-15T12:11:42.460" v="2499" actId="20577"/>
          <ac:spMkLst>
            <pc:docMk/>
            <pc:sldMk cId="0" sldId="273"/>
            <ac:spMk id="3" creationId="{00000000-0000-0000-0000-000000000000}"/>
          </ac:spMkLst>
        </pc:spChg>
        <pc:spChg chg="mod">
          <ac:chgData name="Niazi, Kamran Khan (ESA)" userId="d9091442-e87e-4b0b-94b3-8ae3a2f64ff6" providerId="ADAL" clId="{8F5BA232-730D-4FC4-8BD3-9B948244BDE3}" dt="2026-10-15T12:21:05.964" v="2546" actId="1076"/>
          <ac:spMkLst>
            <pc:docMk/>
            <pc:sldMk cId="0" sldId="273"/>
            <ac:spMk id="4" creationId="{00000000-0000-0000-0000-000000000000}"/>
          </ac:spMkLst>
        </pc:spChg>
        <pc:spChg chg="mod">
          <ac:chgData name="Niazi, Kamran Khan (ESA)" userId="d9091442-e87e-4b0b-94b3-8ae3a2f64ff6" providerId="ADAL" clId="{8F5BA232-730D-4FC4-8BD3-9B948244BDE3}" dt="2026-10-15T12:21:01.820" v="2545" actId="1076"/>
          <ac:spMkLst>
            <pc:docMk/>
            <pc:sldMk cId="0" sldId="273"/>
            <ac:spMk id="5" creationId="{00000000-0000-0000-0000-000000000000}"/>
          </ac:spMkLst>
        </pc:spChg>
        <pc:spChg chg="mod">
          <ac:chgData name="Niazi, Kamran Khan (ESA)" userId="d9091442-e87e-4b0b-94b3-8ae3a2f64ff6" providerId="ADAL" clId="{8F5BA232-730D-4FC4-8BD3-9B948244BDE3}" dt="2026-10-15T12:21:09.710" v="2547" actId="1076"/>
          <ac:spMkLst>
            <pc:docMk/>
            <pc:sldMk cId="0" sldId="273"/>
            <ac:spMk id="6" creationId="{00000000-0000-0000-0000-000000000000}"/>
          </ac:spMkLst>
        </pc:spChg>
        <pc:spChg chg="mod">
          <ac:chgData name="Niazi, Kamran Khan (ESA)" userId="d9091442-e87e-4b0b-94b3-8ae3a2f64ff6" providerId="ADAL" clId="{8F5BA232-730D-4FC4-8BD3-9B948244BDE3}" dt="2026-10-15T12:21:12.755" v="2548" actId="1076"/>
          <ac:spMkLst>
            <pc:docMk/>
            <pc:sldMk cId="0" sldId="273"/>
            <ac:spMk id="7" creationId="{00000000-0000-0000-0000-000000000000}"/>
          </ac:spMkLst>
        </pc:spChg>
        <pc:spChg chg="mod">
          <ac:chgData name="Niazi, Kamran Khan (ESA)" userId="d9091442-e87e-4b0b-94b3-8ae3a2f64ff6" providerId="ADAL" clId="{8F5BA232-730D-4FC4-8BD3-9B948244BDE3}" dt="2026-10-15T12:21:16.568" v="2549" actId="1076"/>
          <ac:spMkLst>
            <pc:docMk/>
            <pc:sldMk cId="0" sldId="273"/>
            <ac:spMk id="8" creationId="{00000000-0000-0000-0000-000000000000}"/>
          </ac:spMkLst>
        </pc:spChg>
        <pc:spChg chg="mod">
          <ac:chgData name="Niazi, Kamran Khan (ESA)" userId="d9091442-e87e-4b0b-94b3-8ae3a2f64ff6" providerId="ADAL" clId="{8F5BA232-730D-4FC4-8BD3-9B948244BDE3}" dt="2026-10-15T12:21:21.533" v="2550" actId="1076"/>
          <ac:spMkLst>
            <pc:docMk/>
            <pc:sldMk cId="0" sldId="273"/>
            <ac:spMk id="9" creationId="{00000000-0000-0000-0000-000000000000}"/>
          </ac:spMkLst>
        </pc:spChg>
        <pc:spChg chg="mod">
          <ac:chgData name="Niazi, Kamran Khan (ESA)" userId="d9091442-e87e-4b0b-94b3-8ae3a2f64ff6" providerId="ADAL" clId="{8F5BA232-730D-4FC4-8BD3-9B948244BDE3}" dt="2026-10-15T12:21:43.372" v="2554" actId="1076"/>
          <ac:spMkLst>
            <pc:docMk/>
            <pc:sldMk cId="0" sldId="273"/>
            <ac:spMk id="10" creationId="{00000000-0000-0000-0000-000000000000}"/>
          </ac:spMkLst>
        </pc:spChg>
        <pc:spChg chg="mod">
          <ac:chgData name="Niazi, Kamran Khan (ESA)" userId="d9091442-e87e-4b0b-94b3-8ae3a2f64ff6" providerId="ADAL" clId="{8F5BA232-730D-4FC4-8BD3-9B948244BDE3}" dt="2026-10-15T12:21:30.354" v="2552" actId="1076"/>
          <ac:spMkLst>
            <pc:docMk/>
            <pc:sldMk cId="0" sldId="273"/>
            <ac:spMk id="11" creationId="{00000000-0000-0000-0000-000000000000}"/>
          </ac:spMkLst>
        </pc:spChg>
        <pc:spChg chg="del mod">
          <ac:chgData name="Niazi, Kamran Khan (ESA)" userId="d9091442-e87e-4b0b-94b3-8ae3a2f64ff6" providerId="ADAL" clId="{8F5BA232-730D-4FC4-8BD3-9B948244BDE3}" dt="2026-10-15T12:18:05.767" v="2518" actId="478"/>
          <ac:spMkLst>
            <pc:docMk/>
            <pc:sldMk cId="0" sldId="273"/>
            <ac:spMk id="12" creationId="{00000000-0000-0000-0000-000000000000}"/>
          </ac:spMkLst>
        </pc:spChg>
        <pc:spChg chg="del mod">
          <ac:chgData name="Niazi, Kamran Khan (ESA)" userId="d9091442-e87e-4b0b-94b3-8ae3a2f64ff6" providerId="ADAL" clId="{8F5BA232-730D-4FC4-8BD3-9B948244BDE3}" dt="2026-10-15T12:18:04.513" v="2517" actId="478"/>
          <ac:spMkLst>
            <pc:docMk/>
            <pc:sldMk cId="0" sldId="273"/>
            <ac:spMk id="13" creationId="{00000000-0000-0000-0000-000000000000}"/>
          </ac:spMkLst>
        </pc:spChg>
        <pc:spChg chg="del">
          <ac:chgData name="Niazi, Kamran Khan (ESA)" userId="d9091442-e87e-4b0b-94b3-8ae3a2f64ff6" providerId="ADAL" clId="{8F5BA232-730D-4FC4-8BD3-9B948244BDE3}" dt="2026-10-14T13:31:57.955" v="149" actId="478"/>
          <ac:spMkLst>
            <pc:docMk/>
            <pc:sldMk cId="0" sldId="273"/>
            <ac:spMk id="14" creationId="{00000000-0000-0000-0000-000000000000}"/>
          </ac:spMkLst>
        </pc:spChg>
        <pc:spChg chg="del mod">
          <ac:chgData name="Niazi, Kamran Khan (ESA)" userId="d9091442-e87e-4b0b-94b3-8ae3a2f64ff6" providerId="ADAL" clId="{8F5BA232-730D-4FC4-8BD3-9B948244BDE3}" dt="2026-10-14T13:31:58.954" v="151" actId="478"/>
          <ac:spMkLst>
            <pc:docMk/>
            <pc:sldMk cId="0" sldId="273"/>
            <ac:spMk id="15" creationId="{00000000-0000-0000-0000-000000000000}"/>
          </ac:spMkLst>
        </pc:spChg>
        <pc:spChg chg="add mod">
          <ac:chgData name="Niazi, Kamran Khan (ESA)" userId="d9091442-e87e-4b0b-94b3-8ae3a2f64ff6" providerId="ADAL" clId="{8F5BA232-730D-4FC4-8BD3-9B948244BDE3}" dt="2026-10-15T12:21:58.333" v="2555" actId="1076"/>
          <ac:spMkLst>
            <pc:docMk/>
            <pc:sldMk cId="0" sldId="273"/>
            <ac:spMk id="15" creationId="{3BC11436-51F0-996D-54E9-28C3568E09EA}"/>
          </ac:spMkLst>
        </pc:spChg>
        <pc:spChg chg="del mod">
          <ac:chgData name="Niazi, Kamran Khan (ESA)" userId="d9091442-e87e-4b0b-94b3-8ae3a2f64ff6" providerId="ADAL" clId="{8F5BA232-730D-4FC4-8BD3-9B948244BDE3}" dt="2026-10-14T13:31:57.528" v="148" actId="478"/>
          <ac:spMkLst>
            <pc:docMk/>
            <pc:sldMk cId="0" sldId="273"/>
            <ac:spMk id="16" creationId="{00000000-0000-0000-0000-000000000000}"/>
          </ac:spMkLst>
        </pc:spChg>
        <pc:spChg chg="add mod">
          <ac:chgData name="Niazi, Kamran Khan (ESA)" userId="d9091442-e87e-4b0b-94b3-8ae3a2f64ff6" providerId="ADAL" clId="{8F5BA232-730D-4FC4-8BD3-9B948244BDE3}" dt="2026-10-15T12:22:05.713" v="2556" actId="1076"/>
          <ac:spMkLst>
            <pc:docMk/>
            <pc:sldMk cId="0" sldId="273"/>
            <ac:spMk id="18" creationId="{0A30DA90-D6B3-6A44-F2AB-4CFDBBE1AC64}"/>
          </ac:spMkLst>
        </pc:spChg>
        <pc:spChg chg="add mod">
          <ac:chgData name="Niazi, Kamran Khan (ESA)" userId="d9091442-e87e-4b0b-94b3-8ae3a2f64ff6" providerId="ADAL" clId="{8F5BA232-730D-4FC4-8BD3-9B948244BDE3}" dt="2026-10-15T12:22:18.969" v="2557" actId="1076"/>
          <ac:spMkLst>
            <pc:docMk/>
            <pc:sldMk cId="0" sldId="273"/>
            <ac:spMk id="20" creationId="{FECC281B-8665-FEB6-D551-2D5E8B3F08B9}"/>
          </ac:spMkLst>
        </pc:spChg>
        <pc:spChg chg="add mod">
          <ac:chgData name="Niazi, Kamran Khan (ESA)" userId="d9091442-e87e-4b0b-94b3-8ae3a2f64ff6" providerId="ADAL" clId="{8F5BA232-730D-4FC4-8BD3-9B948244BDE3}" dt="2026-10-15T12:22:33.578" v="2558" actId="1076"/>
          <ac:spMkLst>
            <pc:docMk/>
            <pc:sldMk cId="0" sldId="273"/>
            <ac:spMk id="22" creationId="{A2439678-0170-9353-501A-B5EA35C3462D}"/>
          </ac:spMkLst>
        </pc:spChg>
        <pc:spChg chg="add del mod">
          <ac:chgData name="Niazi, Kamran Khan (ESA)" userId="d9091442-e87e-4b0b-94b3-8ae3a2f64ff6" providerId="ADAL" clId="{8F5BA232-730D-4FC4-8BD3-9B948244BDE3}" dt="2026-10-15T12:19:00.140" v="2524" actId="22"/>
          <ac:spMkLst>
            <pc:docMk/>
            <pc:sldMk cId="0" sldId="273"/>
            <ac:spMk id="24" creationId="{85C909B9-1F8E-E673-2FE7-0A1005A0E55B}"/>
          </ac:spMkLst>
        </pc:spChg>
        <pc:spChg chg="add del mod">
          <ac:chgData name="Niazi, Kamran Khan (ESA)" userId="d9091442-e87e-4b0b-94b3-8ae3a2f64ff6" providerId="ADAL" clId="{8F5BA232-730D-4FC4-8BD3-9B948244BDE3}" dt="2026-10-15T12:19:00.140" v="2524" actId="22"/>
          <ac:spMkLst>
            <pc:docMk/>
            <pc:sldMk cId="0" sldId="273"/>
            <ac:spMk id="26" creationId="{41234464-29F4-FFB5-2528-5F46B97D6368}"/>
          </ac:spMkLst>
        </pc:spChg>
        <pc:spChg chg="add del mod">
          <ac:chgData name="Niazi, Kamran Khan (ESA)" userId="d9091442-e87e-4b0b-94b3-8ae3a2f64ff6" providerId="ADAL" clId="{8F5BA232-730D-4FC4-8BD3-9B948244BDE3}" dt="2026-10-15T12:19:00.140" v="2524" actId="22"/>
          <ac:spMkLst>
            <pc:docMk/>
            <pc:sldMk cId="0" sldId="273"/>
            <ac:spMk id="28" creationId="{0CE491D0-061B-6DBA-3458-C741D8868DA0}"/>
          </ac:spMkLst>
        </pc:spChg>
        <pc:spChg chg="add del mod">
          <ac:chgData name="Niazi, Kamran Khan (ESA)" userId="d9091442-e87e-4b0b-94b3-8ae3a2f64ff6" providerId="ADAL" clId="{8F5BA232-730D-4FC4-8BD3-9B948244BDE3}" dt="2026-10-15T12:19:00.140" v="2524" actId="22"/>
          <ac:spMkLst>
            <pc:docMk/>
            <pc:sldMk cId="0" sldId="273"/>
            <ac:spMk id="30" creationId="{C1B8D283-0521-5FAC-97EA-5429B8B065FA}"/>
          </ac:spMkLst>
        </pc:spChg>
        <pc:spChg chg="add mod">
          <ac:chgData name="Niazi, Kamran Khan (ESA)" userId="d9091442-e87e-4b0b-94b3-8ae3a2f64ff6" providerId="ADAL" clId="{8F5BA232-730D-4FC4-8BD3-9B948244BDE3}" dt="2026-10-15T12:22:38.782" v="2559" actId="1076"/>
          <ac:spMkLst>
            <pc:docMk/>
            <pc:sldMk cId="0" sldId="273"/>
            <ac:spMk id="32" creationId="{DC1A80AE-0A59-65AD-9ABA-AAEA82F81D02}"/>
          </ac:spMkLst>
        </pc:spChg>
        <pc:spChg chg="add mod">
          <ac:chgData name="Niazi, Kamran Khan (ESA)" userId="d9091442-e87e-4b0b-94b3-8ae3a2f64ff6" providerId="ADAL" clId="{8F5BA232-730D-4FC4-8BD3-9B948244BDE3}" dt="2026-10-15T12:22:49.582" v="2560" actId="1076"/>
          <ac:spMkLst>
            <pc:docMk/>
            <pc:sldMk cId="0" sldId="273"/>
            <ac:spMk id="34" creationId="{A1E48C94-37E6-A678-A5CB-75EF2E651581}"/>
          </ac:spMkLst>
        </pc:spChg>
        <pc:spChg chg="add del">
          <ac:chgData name="Niazi, Kamran Khan (ESA)" userId="d9091442-e87e-4b0b-94b3-8ae3a2f64ff6" providerId="ADAL" clId="{8F5BA232-730D-4FC4-8BD3-9B948244BDE3}" dt="2026-10-15T12:19:28.321" v="2531" actId="22"/>
          <ac:spMkLst>
            <pc:docMk/>
            <pc:sldMk cId="0" sldId="273"/>
            <ac:spMk id="36" creationId="{1335C25C-B61A-8895-DDF1-3BB8179438D6}"/>
          </ac:spMkLst>
        </pc:spChg>
        <pc:spChg chg="add del">
          <ac:chgData name="Niazi, Kamran Khan (ESA)" userId="d9091442-e87e-4b0b-94b3-8ae3a2f64ff6" providerId="ADAL" clId="{8F5BA232-730D-4FC4-8BD3-9B948244BDE3}" dt="2026-10-15T12:19:28.321" v="2531" actId="22"/>
          <ac:spMkLst>
            <pc:docMk/>
            <pc:sldMk cId="0" sldId="273"/>
            <ac:spMk id="38" creationId="{CA37986E-8AC4-BB7B-4830-CF8AE9D297F0}"/>
          </ac:spMkLst>
        </pc:spChg>
        <pc:spChg chg="add mod">
          <ac:chgData name="Niazi, Kamran Khan (ESA)" userId="d9091442-e87e-4b0b-94b3-8ae3a2f64ff6" providerId="ADAL" clId="{8F5BA232-730D-4FC4-8BD3-9B948244BDE3}" dt="2026-10-15T12:22:53.121" v="2561" actId="1076"/>
          <ac:spMkLst>
            <pc:docMk/>
            <pc:sldMk cId="0" sldId="273"/>
            <ac:spMk id="40" creationId="{E91177C0-16FA-40C7-FB6A-1AA172872799}"/>
          </ac:spMkLst>
        </pc:spChg>
        <pc:spChg chg="add mod">
          <ac:chgData name="Niazi, Kamran Khan (ESA)" userId="d9091442-e87e-4b0b-94b3-8ae3a2f64ff6" providerId="ADAL" clId="{8F5BA232-730D-4FC4-8BD3-9B948244BDE3}" dt="2026-10-15T12:54:54.146" v="2727" actId="20577"/>
          <ac:spMkLst>
            <pc:docMk/>
            <pc:sldMk cId="0" sldId="273"/>
            <ac:spMk id="42" creationId="{735F9976-4E01-C406-237C-DE58180B5FE4}"/>
          </ac:spMkLst>
        </pc:spChg>
      </pc:sldChg>
      <pc:sldChg chg="addSp delSp modSp del mod">
        <pc:chgData name="Niazi, Kamran Khan (ESA)" userId="d9091442-e87e-4b0b-94b3-8ae3a2f64ff6" providerId="ADAL" clId="{8F5BA232-730D-4FC4-8BD3-9B948244BDE3}" dt="2026-10-15T12:20:50.050" v="2544" actId="47"/>
        <pc:sldMkLst>
          <pc:docMk/>
          <pc:sldMk cId="0" sldId="274"/>
        </pc:sldMkLst>
        <pc:spChg chg="mod">
          <ac:chgData name="Niazi, Kamran Khan (ESA)" userId="d9091442-e87e-4b0b-94b3-8ae3a2f64ff6" providerId="ADAL" clId="{8F5BA232-730D-4FC4-8BD3-9B948244BDE3}" dt="2026-10-15T12:17:05.303" v="2506" actId="1076"/>
          <ac:spMkLst>
            <pc:docMk/>
            <pc:sldMk cId="0" sldId="274"/>
            <ac:spMk id="3" creationId="{00000000-0000-0000-0000-000000000000}"/>
          </ac:spMkLst>
        </pc:spChg>
        <pc:spChg chg="mod">
          <ac:chgData name="Niazi, Kamran Khan (ESA)" userId="d9091442-e87e-4b0b-94b3-8ae3a2f64ff6" providerId="ADAL" clId="{8F5BA232-730D-4FC4-8BD3-9B948244BDE3}" dt="2026-10-15T12:10:30.785" v="2413" actId="313"/>
          <ac:spMkLst>
            <pc:docMk/>
            <pc:sldMk cId="0" sldId="274"/>
            <ac:spMk id="5" creationId="{00000000-0000-0000-0000-000000000000}"/>
          </ac:spMkLst>
        </pc:spChg>
        <pc:spChg chg="add del">
          <ac:chgData name="Niazi, Kamran Khan (ESA)" userId="d9091442-e87e-4b0b-94b3-8ae3a2f64ff6" providerId="ADAL" clId="{8F5BA232-730D-4FC4-8BD3-9B948244BDE3}" dt="2026-10-15T12:20:01.490" v="2538" actId="21"/>
          <ac:spMkLst>
            <pc:docMk/>
            <pc:sldMk cId="0" sldId="274"/>
            <ac:spMk id="8" creationId="{00000000-0000-0000-0000-000000000000}"/>
          </ac:spMkLst>
        </pc:spChg>
        <pc:spChg chg="add del">
          <ac:chgData name="Niazi, Kamran Khan (ESA)" userId="d9091442-e87e-4b0b-94b3-8ae3a2f64ff6" providerId="ADAL" clId="{8F5BA232-730D-4FC4-8BD3-9B948244BDE3}" dt="2026-10-15T12:20:01.490" v="2538" actId="21"/>
          <ac:spMkLst>
            <pc:docMk/>
            <pc:sldMk cId="0" sldId="274"/>
            <ac:spMk id="9" creationId="{00000000-0000-0000-0000-000000000000}"/>
          </ac:spMkLst>
        </pc:spChg>
        <pc:spChg chg="add del">
          <ac:chgData name="Niazi, Kamran Khan (ESA)" userId="d9091442-e87e-4b0b-94b3-8ae3a2f64ff6" providerId="ADAL" clId="{8F5BA232-730D-4FC4-8BD3-9B948244BDE3}" dt="2026-10-15T12:19:07.773" v="2526" actId="21"/>
          <ac:spMkLst>
            <pc:docMk/>
            <pc:sldMk cId="0" sldId="274"/>
            <ac:spMk id="10" creationId="{00000000-0000-0000-0000-000000000000}"/>
          </ac:spMkLst>
        </pc:spChg>
        <pc:spChg chg="add del mod">
          <ac:chgData name="Niazi, Kamran Khan (ESA)" userId="d9091442-e87e-4b0b-94b3-8ae3a2f64ff6" providerId="ADAL" clId="{8F5BA232-730D-4FC4-8BD3-9B948244BDE3}" dt="2026-10-15T12:19:07.773" v="2526" actId="21"/>
          <ac:spMkLst>
            <pc:docMk/>
            <pc:sldMk cId="0" sldId="274"/>
            <ac:spMk id="11" creationId="{00000000-0000-0000-0000-000000000000}"/>
          </ac:spMkLst>
        </pc:spChg>
        <pc:spChg chg="del">
          <ac:chgData name="Niazi, Kamran Khan (ESA)" userId="d9091442-e87e-4b0b-94b3-8ae3a2f64ff6" providerId="ADAL" clId="{8F5BA232-730D-4FC4-8BD3-9B948244BDE3}" dt="2026-10-14T13:31:49.094" v="144" actId="478"/>
          <ac:spMkLst>
            <pc:docMk/>
            <pc:sldMk cId="0" sldId="274"/>
            <ac:spMk id="12" creationId="{00000000-0000-0000-0000-000000000000}"/>
          </ac:spMkLst>
        </pc:spChg>
        <pc:spChg chg="del">
          <ac:chgData name="Niazi, Kamran Khan (ESA)" userId="d9091442-e87e-4b0b-94b3-8ae3a2f64ff6" providerId="ADAL" clId="{8F5BA232-730D-4FC4-8BD3-9B948244BDE3}" dt="2026-10-14T13:31:47.429" v="141" actId="478"/>
          <ac:spMkLst>
            <pc:docMk/>
            <pc:sldMk cId="0" sldId="274"/>
            <ac:spMk id="13" creationId="{00000000-0000-0000-0000-000000000000}"/>
          </ac:spMkLst>
        </pc:spChg>
        <pc:spChg chg="del mod">
          <ac:chgData name="Niazi, Kamran Khan (ESA)" userId="d9091442-e87e-4b0b-94b3-8ae3a2f64ff6" providerId="ADAL" clId="{8F5BA232-730D-4FC4-8BD3-9B948244BDE3}" dt="2026-10-14T13:31:48.538" v="143" actId="478"/>
          <ac:spMkLst>
            <pc:docMk/>
            <pc:sldMk cId="0" sldId="274"/>
            <ac:spMk id="14" creationId="{00000000-0000-0000-0000-000000000000}"/>
          </ac:spMkLst>
        </pc:spChg>
      </pc:sldChg>
      <pc:sldChg chg="addSp delSp modSp mod">
        <pc:chgData name="Niazi, Kamran Khan (ESA)" userId="d9091442-e87e-4b0b-94b3-8ae3a2f64ff6" providerId="ADAL" clId="{8F5BA232-730D-4FC4-8BD3-9B948244BDE3}" dt="2026-10-15T12:56:21.167" v="2738" actId="20577"/>
        <pc:sldMkLst>
          <pc:docMk/>
          <pc:sldMk cId="0" sldId="275"/>
        </pc:sldMkLst>
        <pc:spChg chg="mod">
          <ac:chgData name="Niazi, Kamran Khan (ESA)" userId="d9091442-e87e-4b0b-94b3-8ae3a2f64ff6" providerId="ADAL" clId="{8F5BA232-730D-4FC4-8BD3-9B948244BDE3}" dt="2026-10-15T12:05:58.672" v="2197" actId="20577"/>
          <ac:spMkLst>
            <pc:docMk/>
            <pc:sldMk cId="0" sldId="275"/>
            <ac:spMk id="3" creationId="{00000000-0000-0000-0000-000000000000}"/>
          </ac:spMkLst>
        </pc:spChg>
        <pc:spChg chg="mod">
          <ac:chgData name="Niazi, Kamran Khan (ESA)" userId="d9091442-e87e-4b0b-94b3-8ae3a2f64ff6" providerId="ADAL" clId="{8F5BA232-730D-4FC4-8BD3-9B948244BDE3}" dt="2026-10-14T13:32:18.179" v="155" actId="33524"/>
          <ac:spMkLst>
            <pc:docMk/>
            <pc:sldMk cId="0" sldId="275"/>
            <ac:spMk id="5" creationId="{00000000-0000-0000-0000-000000000000}"/>
          </ac:spMkLst>
        </pc:spChg>
        <pc:spChg chg="mod">
          <ac:chgData name="Niazi, Kamran Khan (ESA)" userId="d9091442-e87e-4b0b-94b3-8ae3a2f64ff6" providerId="ADAL" clId="{8F5BA232-730D-4FC4-8BD3-9B948244BDE3}" dt="2026-10-15T12:05:28.302" v="2175" actId="20577"/>
          <ac:spMkLst>
            <pc:docMk/>
            <pc:sldMk cId="0" sldId="275"/>
            <ac:spMk id="7" creationId="{00000000-0000-0000-0000-000000000000}"/>
          </ac:spMkLst>
        </pc:spChg>
        <pc:spChg chg="del">
          <ac:chgData name="Niazi, Kamran Khan (ESA)" userId="d9091442-e87e-4b0b-94b3-8ae3a2f64ff6" providerId="ADAL" clId="{8F5BA232-730D-4FC4-8BD3-9B948244BDE3}" dt="2026-10-14T13:32:10.046" v="153" actId="478"/>
          <ac:spMkLst>
            <pc:docMk/>
            <pc:sldMk cId="0" sldId="275"/>
            <ac:spMk id="14" creationId="{00000000-0000-0000-0000-000000000000}"/>
          </ac:spMkLst>
        </pc:spChg>
        <pc:spChg chg="del">
          <ac:chgData name="Niazi, Kamran Khan (ESA)" userId="d9091442-e87e-4b0b-94b3-8ae3a2f64ff6" providerId="ADAL" clId="{8F5BA232-730D-4FC4-8BD3-9B948244BDE3}" dt="2026-10-14T13:32:10.699" v="154" actId="478"/>
          <ac:spMkLst>
            <pc:docMk/>
            <pc:sldMk cId="0" sldId="275"/>
            <ac:spMk id="15" creationId="{00000000-0000-0000-0000-000000000000}"/>
          </ac:spMkLst>
        </pc:spChg>
        <pc:spChg chg="add mod">
          <ac:chgData name="Niazi, Kamran Khan (ESA)" userId="d9091442-e87e-4b0b-94b3-8ae3a2f64ff6" providerId="ADAL" clId="{8F5BA232-730D-4FC4-8BD3-9B948244BDE3}" dt="2026-10-15T12:07:20.176" v="2217" actId="1076"/>
          <ac:spMkLst>
            <pc:docMk/>
            <pc:sldMk cId="0" sldId="275"/>
            <ac:spMk id="15" creationId="{083DB025-F60B-7326-96C3-8ECDBAC075F2}"/>
          </ac:spMkLst>
        </pc:spChg>
        <pc:spChg chg="del">
          <ac:chgData name="Niazi, Kamran Khan (ESA)" userId="d9091442-e87e-4b0b-94b3-8ae3a2f64ff6" providerId="ADAL" clId="{8F5BA232-730D-4FC4-8BD3-9B948244BDE3}" dt="2026-10-14T13:32:09.331" v="152" actId="478"/>
          <ac:spMkLst>
            <pc:docMk/>
            <pc:sldMk cId="0" sldId="275"/>
            <ac:spMk id="16" creationId="{00000000-0000-0000-0000-000000000000}"/>
          </ac:spMkLst>
        </pc:spChg>
        <pc:spChg chg="add mod">
          <ac:chgData name="Niazi, Kamran Khan (ESA)" userId="d9091442-e87e-4b0b-94b3-8ae3a2f64ff6" providerId="ADAL" clId="{8F5BA232-730D-4FC4-8BD3-9B948244BDE3}" dt="2026-10-15T12:06:13.844" v="2204" actId="1076"/>
          <ac:spMkLst>
            <pc:docMk/>
            <pc:sldMk cId="0" sldId="275"/>
            <ac:spMk id="18" creationId="{0F2A511A-BBAD-4CE8-9246-71CC3AFE8A45}"/>
          </ac:spMkLst>
        </pc:spChg>
        <pc:spChg chg="add mod">
          <ac:chgData name="Niazi, Kamran Khan (ESA)" userId="d9091442-e87e-4b0b-94b3-8ae3a2f64ff6" providerId="ADAL" clId="{8F5BA232-730D-4FC4-8BD3-9B948244BDE3}" dt="2026-10-15T12:56:21.167" v="2738" actId="20577"/>
          <ac:spMkLst>
            <pc:docMk/>
            <pc:sldMk cId="0" sldId="275"/>
            <ac:spMk id="20" creationId="{B26C38D2-9224-F83E-047B-62D0C3F74BFA}"/>
          </ac:spMkLst>
        </pc:spChg>
        <pc:spChg chg="add del">
          <ac:chgData name="Niazi, Kamran Khan (ESA)" userId="d9091442-e87e-4b0b-94b3-8ae3a2f64ff6" providerId="ADAL" clId="{8F5BA232-730D-4FC4-8BD3-9B948244BDE3}" dt="2026-10-15T12:06:52.889" v="2210" actId="22"/>
          <ac:spMkLst>
            <pc:docMk/>
            <pc:sldMk cId="0" sldId="275"/>
            <ac:spMk id="22" creationId="{4418442F-67C6-DF29-7714-173BB33239FB}"/>
          </ac:spMkLst>
        </pc:spChg>
        <pc:spChg chg="add mod">
          <ac:chgData name="Niazi, Kamran Khan (ESA)" userId="d9091442-e87e-4b0b-94b3-8ae3a2f64ff6" providerId="ADAL" clId="{8F5BA232-730D-4FC4-8BD3-9B948244BDE3}" dt="2026-10-15T12:07:15.848" v="2216" actId="1076"/>
          <ac:spMkLst>
            <pc:docMk/>
            <pc:sldMk cId="0" sldId="275"/>
            <ac:spMk id="24" creationId="{BC9C471C-980B-F453-7C91-CA483AF06FE4}"/>
          </ac:spMkLst>
        </pc:spChg>
      </pc:sldChg>
      <pc:sldChg chg="addSp delSp modSp del mod">
        <pc:chgData name="Niazi, Kamran Khan (ESA)" userId="d9091442-e87e-4b0b-94b3-8ae3a2f64ff6" providerId="ADAL" clId="{8F5BA232-730D-4FC4-8BD3-9B948244BDE3}" dt="2026-10-15T12:07:34.683" v="2218" actId="47"/>
        <pc:sldMkLst>
          <pc:docMk/>
          <pc:sldMk cId="0" sldId="276"/>
        </pc:sldMkLst>
        <pc:spChg chg="add del">
          <ac:chgData name="Niazi, Kamran Khan (ESA)" userId="d9091442-e87e-4b0b-94b3-8ae3a2f64ff6" providerId="ADAL" clId="{8F5BA232-730D-4FC4-8BD3-9B948244BDE3}" dt="2026-10-15T07:59:44.337" v="1107" actId="478"/>
          <ac:spMkLst>
            <pc:docMk/>
            <pc:sldMk cId="0" sldId="276"/>
            <ac:spMk id="2" creationId="{00000000-0000-0000-0000-000000000000}"/>
          </ac:spMkLst>
        </pc:spChg>
        <pc:spChg chg="mod">
          <ac:chgData name="Niazi, Kamran Khan (ESA)" userId="d9091442-e87e-4b0b-94b3-8ae3a2f64ff6" providerId="ADAL" clId="{8F5BA232-730D-4FC4-8BD3-9B948244BDE3}" dt="2026-10-15T10:06:44.878" v="1450" actId="20577"/>
          <ac:spMkLst>
            <pc:docMk/>
            <pc:sldMk cId="0" sldId="276"/>
            <ac:spMk id="3" creationId="{00000000-0000-0000-0000-000000000000}"/>
          </ac:spMkLst>
        </pc:spChg>
        <pc:spChg chg="del">
          <ac:chgData name="Niazi, Kamran Khan (ESA)" userId="d9091442-e87e-4b0b-94b3-8ae3a2f64ff6" providerId="ADAL" clId="{8F5BA232-730D-4FC4-8BD3-9B948244BDE3}" dt="2026-10-14T13:32:23.895" v="157" actId="478"/>
          <ac:spMkLst>
            <pc:docMk/>
            <pc:sldMk cId="0" sldId="276"/>
            <ac:spMk id="10" creationId="{00000000-0000-0000-0000-000000000000}"/>
          </ac:spMkLst>
        </pc:spChg>
        <pc:spChg chg="del">
          <ac:chgData name="Niazi, Kamran Khan (ESA)" userId="d9091442-e87e-4b0b-94b3-8ae3a2f64ff6" providerId="ADAL" clId="{8F5BA232-730D-4FC4-8BD3-9B948244BDE3}" dt="2026-10-14T13:32:24.674" v="158" actId="478"/>
          <ac:spMkLst>
            <pc:docMk/>
            <pc:sldMk cId="0" sldId="276"/>
            <ac:spMk id="11" creationId="{00000000-0000-0000-0000-000000000000}"/>
          </ac:spMkLst>
        </pc:spChg>
        <pc:spChg chg="del">
          <ac:chgData name="Niazi, Kamran Khan (ESA)" userId="d9091442-e87e-4b0b-94b3-8ae3a2f64ff6" providerId="ADAL" clId="{8F5BA232-730D-4FC4-8BD3-9B948244BDE3}" dt="2026-10-14T13:32:22.991" v="156" actId="478"/>
          <ac:spMkLst>
            <pc:docMk/>
            <pc:sldMk cId="0" sldId="276"/>
            <ac:spMk id="12" creationId="{00000000-0000-0000-0000-000000000000}"/>
          </ac:spMkLst>
        </pc:spChg>
      </pc:sldChg>
      <pc:sldChg chg="addSp delSp modSp mod ord">
        <pc:chgData name="Niazi, Kamran Khan (ESA)" userId="d9091442-e87e-4b0b-94b3-8ae3a2f64ff6" providerId="ADAL" clId="{8F5BA232-730D-4FC4-8BD3-9B948244BDE3}" dt="2026-10-15T13:20:43.908" v="2961" actId="1076"/>
        <pc:sldMkLst>
          <pc:docMk/>
          <pc:sldMk cId="0" sldId="277"/>
        </pc:sldMkLst>
        <pc:spChg chg="add del">
          <ac:chgData name="Niazi, Kamran Khan (ESA)" userId="d9091442-e87e-4b0b-94b3-8ae3a2f64ff6" providerId="ADAL" clId="{8F5BA232-730D-4FC4-8BD3-9B948244BDE3}" dt="2026-10-15T07:59:46.215" v="1108" actId="478"/>
          <ac:spMkLst>
            <pc:docMk/>
            <pc:sldMk cId="0" sldId="277"/>
            <ac:spMk id="2" creationId="{00000000-0000-0000-0000-000000000000}"/>
          </ac:spMkLst>
        </pc:spChg>
        <pc:spChg chg="mod">
          <ac:chgData name="Niazi, Kamran Khan (ESA)" userId="d9091442-e87e-4b0b-94b3-8ae3a2f64ff6" providerId="ADAL" clId="{8F5BA232-730D-4FC4-8BD3-9B948244BDE3}" dt="2026-10-15T08:20:10.286" v="1155" actId="20577"/>
          <ac:spMkLst>
            <pc:docMk/>
            <pc:sldMk cId="0" sldId="277"/>
            <ac:spMk id="3" creationId="{00000000-0000-0000-0000-000000000000}"/>
          </ac:spMkLst>
        </pc:spChg>
        <pc:spChg chg="mod">
          <ac:chgData name="Niazi, Kamran Khan (ESA)" userId="d9091442-e87e-4b0b-94b3-8ae3a2f64ff6" providerId="ADAL" clId="{8F5BA232-730D-4FC4-8BD3-9B948244BDE3}" dt="2026-10-15T12:08:36.889" v="2330" actId="20577"/>
          <ac:spMkLst>
            <pc:docMk/>
            <pc:sldMk cId="0" sldId="277"/>
            <ac:spMk id="5" creationId="{00000000-0000-0000-0000-000000000000}"/>
          </ac:spMkLst>
        </pc:spChg>
        <pc:spChg chg="mod">
          <ac:chgData name="Niazi, Kamran Khan (ESA)" userId="d9091442-e87e-4b0b-94b3-8ae3a2f64ff6" providerId="ADAL" clId="{8F5BA232-730D-4FC4-8BD3-9B948244BDE3}" dt="2026-10-15T12:09:08.785" v="2354" actId="20577"/>
          <ac:spMkLst>
            <pc:docMk/>
            <pc:sldMk cId="0" sldId="277"/>
            <ac:spMk id="7" creationId="{00000000-0000-0000-0000-000000000000}"/>
          </ac:spMkLst>
        </pc:spChg>
        <pc:spChg chg="mod">
          <ac:chgData name="Niazi, Kamran Khan (ESA)" userId="d9091442-e87e-4b0b-94b3-8ae3a2f64ff6" providerId="ADAL" clId="{8F5BA232-730D-4FC4-8BD3-9B948244BDE3}" dt="2026-10-15T12:09:21.783" v="2387" actId="20577"/>
          <ac:spMkLst>
            <pc:docMk/>
            <pc:sldMk cId="0" sldId="277"/>
            <ac:spMk id="9" creationId="{00000000-0000-0000-0000-000000000000}"/>
          </ac:spMkLst>
        </pc:spChg>
        <pc:spChg chg="mod">
          <ac:chgData name="Niazi, Kamran Khan (ESA)" userId="d9091442-e87e-4b0b-94b3-8ae3a2f64ff6" providerId="ADAL" clId="{8F5BA232-730D-4FC4-8BD3-9B948244BDE3}" dt="2026-10-15T13:19:42.700" v="2953" actId="1076"/>
          <ac:spMkLst>
            <pc:docMk/>
            <pc:sldMk cId="0" sldId="277"/>
            <ac:spMk id="10" creationId="{00000000-0000-0000-0000-000000000000}"/>
          </ac:spMkLst>
        </pc:spChg>
        <pc:spChg chg="mod">
          <ac:chgData name="Niazi, Kamran Khan (ESA)" userId="d9091442-e87e-4b0b-94b3-8ae3a2f64ff6" providerId="ADAL" clId="{8F5BA232-730D-4FC4-8BD3-9B948244BDE3}" dt="2026-10-15T13:19:36.750" v="2952" actId="1076"/>
          <ac:spMkLst>
            <pc:docMk/>
            <pc:sldMk cId="0" sldId="277"/>
            <ac:spMk id="11" creationId="{00000000-0000-0000-0000-000000000000}"/>
          </ac:spMkLst>
        </pc:spChg>
        <pc:spChg chg="del">
          <ac:chgData name="Niazi, Kamran Khan (ESA)" userId="d9091442-e87e-4b0b-94b3-8ae3a2f64ff6" providerId="ADAL" clId="{8F5BA232-730D-4FC4-8BD3-9B948244BDE3}" dt="2026-10-14T13:32:31.418" v="161" actId="478"/>
          <ac:spMkLst>
            <pc:docMk/>
            <pc:sldMk cId="0" sldId="277"/>
            <ac:spMk id="12" creationId="{00000000-0000-0000-0000-000000000000}"/>
          </ac:spMkLst>
        </pc:spChg>
        <pc:spChg chg="del">
          <ac:chgData name="Niazi, Kamran Khan (ESA)" userId="d9091442-e87e-4b0b-94b3-8ae3a2f64ff6" providerId="ADAL" clId="{8F5BA232-730D-4FC4-8BD3-9B948244BDE3}" dt="2026-10-14T13:32:30.904" v="160" actId="478"/>
          <ac:spMkLst>
            <pc:docMk/>
            <pc:sldMk cId="0" sldId="277"/>
            <ac:spMk id="13" creationId="{00000000-0000-0000-0000-000000000000}"/>
          </ac:spMkLst>
        </pc:spChg>
        <pc:spChg chg="add del">
          <ac:chgData name="Niazi, Kamran Khan (ESA)" userId="d9091442-e87e-4b0b-94b3-8ae3a2f64ff6" providerId="ADAL" clId="{8F5BA232-730D-4FC4-8BD3-9B948244BDE3}" dt="2026-10-15T08:20:23.960" v="1157" actId="22"/>
          <ac:spMkLst>
            <pc:docMk/>
            <pc:sldMk cId="0" sldId="277"/>
            <ac:spMk id="13" creationId="{318C0BE4-31BF-9BED-1D64-2834061EB5DB}"/>
          </ac:spMkLst>
        </pc:spChg>
        <pc:spChg chg="del">
          <ac:chgData name="Niazi, Kamran Khan (ESA)" userId="d9091442-e87e-4b0b-94b3-8ae3a2f64ff6" providerId="ADAL" clId="{8F5BA232-730D-4FC4-8BD3-9B948244BDE3}" dt="2026-10-14T13:32:29.966" v="159" actId="478"/>
          <ac:spMkLst>
            <pc:docMk/>
            <pc:sldMk cId="0" sldId="277"/>
            <ac:spMk id="14" creationId="{00000000-0000-0000-0000-000000000000}"/>
          </ac:spMkLst>
        </pc:spChg>
        <pc:spChg chg="add del">
          <ac:chgData name="Niazi, Kamran Khan (ESA)" userId="d9091442-e87e-4b0b-94b3-8ae3a2f64ff6" providerId="ADAL" clId="{8F5BA232-730D-4FC4-8BD3-9B948244BDE3}" dt="2026-10-15T08:20:23.960" v="1157" actId="22"/>
          <ac:spMkLst>
            <pc:docMk/>
            <pc:sldMk cId="0" sldId="277"/>
            <ac:spMk id="16" creationId="{F0E09316-5747-91D3-01C1-19E52BAFA9F1}"/>
          </ac:spMkLst>
        </pc:spChg>
        <pc:spChg chg="add del">
          <ac:chgData name="Niazi, Kamran Khan (ESA)" userId="d9091442-e87e-4b0b-94b3-8ae3a2f64ff6" providerId="ADAL" clId="{8F5BA232-730D-4FC4-8BD3-9B948244BDE3}" dt="2026-10-15T08:20:23.960" v="1157" actId="22"/>
          <ac:spMkLst>
            <pc:docMk/>
            <pc:sldMk cId="0" sldId="277"/>
            <ac:spMk id="18" creationId="{5CEFAFDB-1EBD-F765-7417-C39D85DB5676}"/>
          </ac:spMkLst>
        </pc:spChg>
        <pc:spChg chg="add del">
          <ac:chgData name="Niazi, Kamran Khan (ESA)" userId="d9091442-e87e-4b0b-94b3-8ae3a2f64ff6" providerId="ADAL" clId="{8F5BA232-730D-4FC4-8BD3-9B948244BDE3}" dt="2026-10-15T08:20:23.960" v="1157" actId="22"/>
          <ac:spMkLst>
            <pc:docMk/>
            <pc:sldMk cId="0" sldId="277"/>
            <ac:spMk id="20" creationId="{665A0283-E873-EA40-C3DC-49710C091592}"/>
          </ac:spMkLst>
        </pc:spChg>
        <pc:spChg chg="add del">
          <ac:chgData name="Niazi, Kamran Khan (ESA)" userId="d9091442-e87e-4b0b-94b3-8ae3a2f64ff6" providerId="ADAL" clId="{8F5BA232-730D-4FC4-8BD3-9B948244BDE3}" dt="2026-10-15T08:20:23.960" v="1157" actId="22"/>
          <ac:spMkLst>
            <pc:docMk/>
            <pc:sldMk cId="0" sldId="277"/>
            <ac:spMk id="22" creationId="{011CD9D7-7AC7-742A-45EB-BEAC215B58AD}"/>
          </ac:spMkLst>
        </pc:spChg>
        <pc:spChg chg="add del">
          <ac:chgData name="Niazi, Kamran Khan (ESA)" userId="d9091442-e87e-4b0b-94b3-8ae3a2f64ff6" providerId="ADAL" clId="{8F5BA232-730D-4FC4-8BD3-9B948244BDE3}" dt="2026-10-15T08:20:23.960" v="1157" actId="22"/>
          <ac:spMkLst>
            <pc:docMk/>
            <pc:sldMk cId="0" sldId="277"/>
            <ac:spMk id="24" creationId="{8FC27C7E-3505-53AE-4ECD-B9E5AB53A83F}"/>
          </ac:spMkLst>
        </pc:spChg>
        <pc:spChg chg="add del">
          <ac:chgData name="Niazi, Kamran Khan (ESA)" userId="d9091442-e87e-4b0b-94b3-8ae3a2f64ff6" providerId="ADAL" clId="{8F5BA232-730D-4FC4-8BD3-9B948244BDE3}" dt="2026-10-15T08:20:23.960" v="1157" actId="22"/>
          <ac:spMkLst>
            <pc:docMk/>
            <pc:sldMk cId="0" sldId="277"/>
            <ac:spMk id="26" creationId="{4E5FD7B1-608B-0B68-6A84-20A107967014}"/>
          </ac:spMkLst>
        </pc:spChg>
        <pc:spChg chg="add del">
          <ac:chgData name="Niazi, Kamran Khan (ESA)" userId="d9091442-e87e-4b0b-94b3-8ae3a2f64ff6" providerId="ADAL" clId="{8F5BA232-730D-4FC4-8BD3-9B948244BDE3}" dt="2026-10-15T08:20:23.960" v="1157" actId="22"/>
          <ac:spMkLst>
            <pc:docMk/>
            <pc:sldMk cId="0" sldId="277"/>
            <ac:spMk id="28" creationId="{FF4D039F-C922-0B46-A0D9-3BE96A4790A5}"/>
          </ac:spMkLst>
        </pc:spChg>
        <pc:spChg chg="add mod">
          <ac:chgData name="Niazi, Kamran Khan (ESA)" userId="d9091442-e87e-4b0b-94b3-8ae3a2f64ff6" providerId="ADAL" clId="{8F5BA232-730D-4FC4-8BD3-9B948244BDE3}" dt="2026-10-15T13:19:55.982" v="2955" actId="1076"/>
          <ac:spMkLst>
            <pc:docMk/>
            <pc:sldMk cId="0" sldId="277"/>
            <ac:spMk id="30" creationId="{67B427A0-ECC2-97E6-A047-292E3847900C}"/>
          </ac:spMkLst>
        </pc:spChg>
        <pc:spChg chg="add mod">
          <ac:chgData name="Niazi, Kamran Khan (ESA)" userId="d9091442-e87e-4b0b-94b3-8ae3a2f64ff6" providerId="ADAL" clId="{8F5BA232-730D-4FC4-8BD3-9B948244BDE3}" dt="2026-10-15T13:20:11.906" v="2957" actId="1076"/>
          <ac:spMkLst>
            <pc:docMk/>
            <pc:sldMk cId="0" sldId="277"/>
            <ac:spMk id="32" creationId="{06F41EB1-1342-1F77-9FC7-5D226BD6DF01}"/>
          </ac:spMkLst>
        </pc:spChg>
        <pc:spChg chg="add mod">
          <ac:chgData name="Niazi, Kamran Khan (ESA)" userId="d9091442-e87e-4b0b-94b3-8ae3a2f64ff6" providerId="ADAL" clId="{8F5BA232-730D-4FC4-8BD3-9B948244BDE3}" dt="2026-10-15T13:20:30.635" v="2959" actId="1076"/>
          <ac:spMkLst>
            <pc:docMk/>
            <pc:sldMk cId="0" sldId="277"/>
            <ac:spMk id="34" creationId="{B0343E4F-87FC-0473-AC31-578BE90732DD}"/>
          </ac:spMkLst>
        </pc:spChg>
        <pc:spChg chg="add mod">
          <ac:chgData name="Niazi, Kamran Khan (ESA)" userId="d9091442-e87e-4b0b-94b3-8ae3a2f64ff6" providerId="ADAL" clId="{8F5BA232-730D-4FC4-8BD3-9B948244BDE3}" dt="2026-10-15T13:19:48.703" v="2954" actId="1076"/>
          <ac:spMkLst>
            <pc:docMk/>
            <pc:sldMk cId="0" sldId="277"/>
            <ac:spMk id="36" creationId="{1067F016-BFF1-9608-FDF5-B9D85D2D3AB1}"/>
          </ac:spMkLst>
        </pc:spChg>
        <pc:spChg chg="add del mod">
          <ac:chgData name="Niazi, Kamran Khan (ESA)" userId="d9091442-e87e-4b0b-94b3-8ae3a2f64ff6" providerId="ADAL" clId="{8F5BA232-730D-4FC4-8BD3-9B948244BDE3}" dt="2026-10-15T08:21:49.137" v="1175" actId="478"/>
          <ac:spMkLst>
            <pc:docMk/>
            <pc:sldMk cId="0" sldId="277"/>
            <ac:spMk id="38" creationId="{C31FC28C-8A25-4A90-9CD4-5A97DD3DAEB7}"/>
          </ac:spMkLst>
        </pc:spChg>
        <pc:spChg chg="add del">
          <ac:chgData name="Niazi, Kamran Khan (ESA)" userId="d9091442-e87e-4b0b-94b3-8ae3a2f64ff6" providerId="ADAL" clId="{8F5BA232-730D-4FC4-8BD3-9B948244BDE3}" dt="2026-10-15T08:21:38.406" v="1171" actId="22"/>
          <ac:spMkLst>
            <pc:docMk/>
            <pc:sldMk cId="0" sldId="277"/>
            <ac:spMk id="40" creationId="{E0033F1F-6F7C-B151-F4EE-7CE59B97BF1E}"/>
          </ac:spMkLst>
        </pc:spChg>
        <pc:spChg chg="add mod">
          <ac:chgData name="Niazi, Kamran Khan (ESA)" userId="d9091442-e87e-4b0b-94b3-8ae3a2f64ff6" providerId="ADAL" clId="{8F5BA232-730D-4FC4-8BD3-9B948244BDE3}" dt="2026-10-15T13:20:03.893" v="2956" actId="1076"/>
          <ac:spMkLst>
            <pc:docMk/>
            <pc:sldMk cId="0" sldId="277"/>
            <ac:spMk id="42" creationId="{38A1C9E3-1D0A-4A04-BE9D-711494E61BFC}"/>
          </ac:spMkLst>
        </pc:spChg>
        <pc:spChg chg="add mod">
          <ac:chgData name="Niazi, Kamran Khan (ESA)" userId="d9091442-e87e-4b0b-94b3-8ae3a2f64ff6" providerId="ADAL" clId="{8F5BA232-730D-4FC4-8BD3-9B948244BDE3}" dt="2026-10-15T13:20:43.908" v="2961" actId="1076"/>
          <ac:spMkLst>
            <pc:docMk/>
            <pc:sldMk cId="0" sldId="277"/>
            <ac:spMk id="44" creationId="{374ED660-577C-B781-47A4-DC45D1438C6E}"/>
          </ac:spMkLst>
        </pc:spChg>
      </pc:sldChg>
      <pc:sldChg chg="addSp delSp modSp mod">
        <pc:chgData name="Niazi, Kamran Khan (ESA)" userId="d9091442-e87e-4b0b-94b3-8ae3a2f64ff6" providerId="ADAL" clId="{8F5BA232-730D-4FC4-8BD3-9B948244BDE3}" dt="2026-10-15T12:59:17.839" v="2826" actId="20577"/>
        <pc:sldMkLst>
          <pc:docMk/>
          <pc:sldMk cId="0" sldId="278"/>
        </pc:sldMkLst>
        <pc:spChg chg="mod">
          <ac:chgData name="Niazi, Kamran Khan (ESA)" userId="d9091442-e87e-4b0b-94b3-8ae3a2f64ff6" providerId="ADAL" clId="{8F5BA232-730D-4FC4-8BD3-9B948244BDE3}" dt="2026-10-14T15:15:14.836" v="810" actId="1076"/>
          <ac:spMkLst>
            <pc:docMk/>
            <pc:sldMk cId="0" sldId="278"/>
            <ac:spMk id="3" creationId="{00000000-0000-0000-0000-000000000000}"/>
          </ac:spMkLst>
        </pc:spChg>
        <pc:spChg chg="mod">
          <ac:chgData name="Niazi, Kamran Khan (ESA)" userId="d9091442-e87e-4b0b-94b3-8ae3a2f64ff6" providerId="ADAL" clId="{8F5BA232-730D-4FC4-8BD3-9B948244BDE3}" dt="2026-10-14T13:32:55.528" v="165" actId="1076"/>
          <ac:spMkLst>
            <pc:docMk/>
            <pc:sldMk cId="0" sldId="278"/>
            <ac:spMk id="4" creationId="{00000000-0000-0000-0000-000000000000}"/>
          </ac:spMkLst>
        </pc:spChg>
        <pc:spChg chg="add">
          <ac:chgData name="Niazi, Kamran Khan (ESA)" userId="d9091442-e87e-4b0b-94b3-8ae3a2f64ff6" providerId="ADAL" clId="{8F5BA232-730D-4FC4-8BD3-9B948244BDE3}" dt="2026-10-15T07:59:48.411" v="1109" actId="22"/>
          <ac:spMkLst>
            <pc:docMk/>
            <pc:sldMk cId="0" sldId="278"/>
            <ac:spMk id="4" creationId="{EE034950-186B-B0FE-E399-8A31C7ACEC78}"/>
          </ac:spMkLst>
        </pc:spChg>
        <pc:spChg chg="mod">
          <ac:chgData name="Niazi, Kamran Khan (ESA)" userId="d9091442-e87e-4b0b-94b3-8ae3a2f64ff6" providerId="ADAL" clId="{8F5BA232-730D-4FC4-8BD3-9B948244BDE3}" dt="2026-10-14T15:13:16.733" v="804" actId="1076"/>
          <ac:spMkLst>
            <pc:docMk/>
            <pc:sldMk cId="0" sldId="278"/>
            <ac:spMk id="5" creationId="{00000000-0000-0000-0000-000000000000}"/>
          </ac:spMkLst>
        </pc:spChg>
        <pc:spChg chg="mod">
          <ac:chgData name="Niazi, Kamran Khan (ESA)" userId="d9091442-e87e-4b0b-94b3-8ae3a2f64ff6" providerId="ADAL" clId="{8F5BA232-730D-4FC4-8BD3-9B948244BDE3}" dt="2026-10-14T13:32:55.528" v="165" actId="1076"/>
          <ac:spMkLst>
            <pc:docMk/>
            <pc:sldMk cId="0" sldId="278"/>
            <ac:spMk id="6" creationId="{00000000-0000-0000-0000-000000000000}"/>
          </ac:spMkLst>
        </pc:spChg>
        <pc:spChg chg="mod">
          <ac:chgData name="Niazi, Kamran Khan (ESA)" userId="d9091442-e87e-4b0b-94b3-8ae3a2f64ff6" providerId="ADAL" clId="{8F5BA232-730D-4FC4-8BD3-9B948244BDE3}" dt="2026-10-14T15:13:17.337" v="805" actId="1076"/>
          <ac:spMkLst>
            <pc:docMk/>
            <pc:sldMk cId="0" sldId="278"/>
            <ac:spMk id="7" creationId="{00000000-0000-0000-0000-000000000000}"/>
          </ac:spMkLst>
        </pc:spChg>
        <pc:spChg chg="mod">
          <ac:chgData name="Niazi, Kamran Khan (ESA)" userId="d9091442-e87e-4b0b-94b3-8ae3a2f64ff6" providerId="ADAL" clId="{8F5BA232-730D-4FC4-8BD3-9B948244BDE3}" dt="2026-10-14T13:32:55.528" v="165" actId="1076"/>
          <ac:spMkLst>
            <pc:docMk/>
            <pc:sldMk cId="0" sldId="278"/>
            <ac:spMk id="8" creationId="{00000000-0000-0000-0000-000000000000}"/>
          </ac:spMkLst>
        </pc:spChg>
        <pc:spChg chg="mod">
          <ac:chgData name="Niazi, Kamran Khan (ESA)" userId="d9091442-e87e-4b0b-94b3-8ae3a2f64ff6" providerId="ADAL" clId="{8F5BA232-730D-4FC4-8BD3-9B948244BDE3}" dt="2026-10-14T15:15:09.619" v="809" actId="1076"/>
          <ac:spMkLst>
            <pc:docMk/>
            <pc:sldMk cId="0" sldId="278"/>
            <ac:spMk id="9" creationId="{00000000-0000-0000-0000-000000000000}"/>
          </ac:spMkLst>
        </pc:spChg>
        <pc:spChg chg="mod">
          <ac:chgData name="Niazi, Kamran Khan (ESA)" userId="d9091442-e87e-4b0b-94b3-8ae3a2f64ff6" providerId="ADAL" clId="{8F5BA232-730D-4FC4-8BD3-9B948244BDE3}" dt="2026-10-14T13:32:55.528" v="165" actId="1076"/>
          <ac:spMkLst>
            <pc:docMk/>
            <pc:sldMk cId="0" sldId="278"/>
            <ac:spMk id="10" creationId="{00000000-0000-0000-0000-000000000000}"/>
          </ac:spMkLst>
        </pc:spChg>
        <pc:spChg chg="mod">
          <ac:chgData name="Niazi, Kamran Khan (ESA)" userId="d9091442-e87e-4b0b-94b3-8ae3a2f64ff6" providerId="ADAL" clId="{8F5BA232-730D-4FC4-8BD3-9B948244BDE3}" dt="2026-10-14T15:15:02.709" v="807" actId="1076"/>
          <ac:spMkLst>
            <pc:docMk/>
            <pc:sldMk cId="0" sldId="278"/>
            <ac:spMk id="11" creationId="{00000000-0000-0000-0000-000000000000}"/>
          </ac:spMkLst>
        </pc:spChg>
        <pc:spChg chg="mod">
          <ac:chgData name="Niazi, Kamran Khan (ESA)" userId="d9091442-e87e-4b0b-94b3-8ae3a2f64ff6" providerId="ADAL" clId="{8F5BA232-730D-4FC4-8BD3-9B948244BDE3}" dt="2026-10-14T13:32:55.528" v="165" actId="1076"/>
          <ac:spMkLst>
            <pc:docMk/>
            <pc:sldMk cId="0" sldId="278"/>
            <ac:spMk id="12" creationId="{00000000-0000-0000-0000-000000000000}"/>
          </ac:spMkLst>
        </pc:spChg>
        <pc:spChg chg="mod">
          <ac:chgData name="Niazi, Kamran Khan (ESA)" userId="d9091442-e87e-4b0b-94b3-8ae3a2f64ff6" providerId="ADAL" clId="{8F5BA232-730D-4FC4-8BD3-9B948244BDE3}" dt="2026-10-14T15:15:06.057" v="808" actId="1076"/>
          <ac:spMkLst>
            <pc:docMk/>
            <pc:sldMk cId="0" sldId="278"/>
            <ac:spMk id="13" creationId="{00000000-0000-0000-0000-000000000000}"/>
          </ac:spMkLst>
        </pc:spChg>
        <pc:spChg chg="del">
          <ac:chgData name="Niazi, Kamran Khan (ESA)" userId="d9091442-e87e-4b0b-94b3-8ae3a2f64ff6" providerId="ADAL" clId="{8F5BA232-730D-4FC4-8BD3-9B948244BDE3}" dt="2026-10-14T13:32:35.131" v="163" actId="478"/>
          <ac:spMkLst>
            <pc:docMk/>
            <pc:sldMk cId="0" sldId="278"/>
            <ac:spMk id="14" creationId="{00000000-0000-0000-0000-000000000000}"/>
          </ac:spMkLst>
        </pc:spChg>
        <pc:spChg chg="del">
          <ac:chgData name="Niazi, Kamran Khan (ESA)" userId="d9091442-e87e-4b0b-94b3-8ae3a2f64ff6" providerId="ADAL" clId="{8F5BA232-730D-4FC4-8BD3-9B948244BDE3}" dt="2026-10-14T13:32:35.784" v="164" actId="478"/>
          <ac:spMkLst>
            <pc:docMk/>
            <pc:sldMk cId="0" sldId="278"/>
            <ac:spMk id="15" creationId="{00000000-0000-0000-0000-000000000000}"/>
          </ac:spMkLst>
        </pc:spChg>
        <pc:spChg chg="del">
          <ac:chgData name="Niazi, Kamran Khan (ESA)" userId="d9091442-e87e-4b0b-94b3-8ae3a2f64ff6" providerId="ADAL" clId="{8F5BA232-730D-4FC4-8BD3-9B948244BDE3}" dt="2026-10-14T13:32:34.423" v="162" actId="478"/>
          <ac:spMkLst>
            <pc:docMk/>
            <pc:sldMk cId="0" sldId="278"/>
            <ac:spMk id="16" creationId="{00000000-0000-0000-0000-000000000000}"/>
          </ac:spMkLst>
        </pc:spChg>
        <pc:spChg chg="mod">
          <ac:chgData name="Niazi, Kamran Khan (ESA)" userId="d9091442-e87e-4b0b-94b3-8ae3a2f64ff6" providerId="ADAL" clId="{8F5BA232-730D-4FC4-8BD3-9B948244BDE3}" dt="2026-10-15T07:59:15.432" v="1103" actId="1076"/>
          <ac:spMkLst>
            <pc:docMk/>
            <pc:sldMk cId="0" sldId="278"/>
            <ac:spMk id="19" creationId="{00000000-0000-0000-0000-000000000000}"/>
          </ac:spMkLst>
        </pc:spChg>
        <pc:spChg chg="mod">
          <ac:chgData name="Niazi, Kamran Khan (ESA)" userId="d9091442-e87e-4b0b-94b3-8ae3a2f64ff6" providerId="ADAL" clId="{8F5BA232-730D-4FC4-8BD3-9B948244BDE3}" dt="2026-10-15T12:56:55.346" v="2754" actId="20577"/>
          <ac:spMkLst>
            <pc:docMk/>
            <pc:sldMk cId="0" sldId="278"/>
            <ac:spMk id="21" creationId="{00000000-0000-0000-0000-000000000000}"/>
          </ac:spMkLst>
        </pc:spChg>
        <pc:spChg chg="mod">
          <ac:chgData name="Niazi, Kamran Khan (ESA)" userId="d9091442-e87e-4b0b-94b3-8ae3a2f64ff6" providerId="ADAL" clId="{8F5BA232-730D-4FC4-8BD3-9B948244BDE3}" dt="2026-10-15T12:57:31.594" v="2798" actId="20577"/>
          <ac:spMkLst>
            <pc:docMk/>
            <pc:sldMk cId="0" sldId="278"/>
            <ac:spMk id="23" creationId="{00000000-0000-0000-0000-000000000000}"/>
          </ac:spMkLst>
        </pc:spChg>
        <pc:spChg chg="mod">
          <ac:chgData name="Niazi, Kamran Khan (ESA)" userId="d9091442-e87e-4b0b-94b3-8ae3a2f64ff6" providerId="ADAL" clId="{8F5BA232-730D-4FC4-8BD3-9B948244BDE3}" dt="2026-10-15T12:59:17.839" v="2826" actId="20577"/>
          <ac:spMkLst>
            <pc:docMk/>
            <pc:sldMk cId="0" sldId="278"/>
            <ac:spMk id="25" creationId="{00000000-0000-0000-0000-000000000000}"/>
          </ac:spMkLst>
        </pc:spChg>
        <pc:spChg chg="mod">
          <ac:chgData name="Niazi, Kamran Khan (ESA)" userId="d9091442-e87e-4b0b-94b3-8ae3a2f64ff6" providerId="ADAL" clId="{8F5BA232-730D-4FC4-8BD3-9B948244BDE3}" dt="2026-10-15T07:59:22.788" v="1104" actId="1076"/>
          <ac:spMkLst>
            <pc:docMk/>
            <pc:sldMk cId="0" sldId="278"/>
            <ac:spMk id="27" creationId="{00000000-0000-0000-0000-000000000000}"/>
          </ac:spMkLst>
        </pc:spChg>
        <pc:spChg chg="del">
          <ac:chgData name="Niazi, Kamran Khan (ESA)" userId="d9091442-e87e-4b0b-94b3-8ae3a2f64ff6" providerId="ADAL" clId="{8F5BA232-730D-4FC4-8BD3-9B948244BDE3}" dt="2026-10-15T07:51:56.939" v="1084" actId="478"/>
          <ac:spMkLst>
            <pc:docMk/>
            <pc:sldMk cId="0" sldId="278"/>
            <ac:spMk id="32" creationId="{00000000-0000-0000-0000-000000000000}"/>
          </ac:spMkLst>
        </pc:spChg>
        <pc:spChg chg="del">
          <ac:chgData name="Niazi, Kamran Khan (ESA)" userId="d9091442-e87e-4b0b-94b3-8ae3a2f64ff6" providerId="ADAL" clId="{8F5BA232-730D-4FC4-8BD3-9B948244BDE3}" dt="2026-10-15T07:51:59.539" v="1085" actId="478"/>
          <ac:spMkLst>
            <pc:docMk/>
            <pc:sldMk cId="0" sldId="278"/>
            <ac:spMk id="33" creationId="{00000000-0000-0000-0000-000000000000}"/>
          </ac:spMkLst>
        </pc:spChg>
        <pc:spChg chg="del">
          <ac:chgData name="Niazi, Kamran Khan (ESA)" userId="d9091442-e87e-4b0b-94b3-8ae3a2f64ff6" providerId="ADAL" clId="{8F5BA232-730D-4FC4-8BD3-9B948244BDE3}" dt="2026-10-15T07:51:55.158" v="1083" actId="478"/>
          <ac:spMkLst>
            <pc:docMk/>
            <pc:sldMk cId="0" sldId="278"/>
            <ac:spMk id="34" creationId="{00000000-0000-0000-0000-000000000000}"/>
          </ac:spMkLst>
        </pc:spChg>
      </pc:sldChg>
      <pc:sldChg chg="delSp modSp add del mod">
        <pc:chgData name="Niazi, Kamran Khan (ESA)" userId="d9091442-e87e-4b0b-94b3-8ae3a2f64ff6" providerId="ADAL" clId="{8F5BA232-730D-4FC4-8BD3-9B948244BDE3}" dt="2026-10-15T14:36:17.888" v="2978" actId="20577"/>
        <pc:sldMkLst>
          <pc:docMk/>
          <pc:sldMk cId="0" sldId="279"/>
        </pc:sldMkLst>
        <pc:spChg chg="mod">
          <ac:chgData name="Niazi, Kamran Khan (ESA)" userId="d9091442-e87e-4b0b-94b3-8ae3a2f64ff6" providerId="ADAL" clId="{8F5BA232-730D-4FC4-8BD3-9B948244BDE3}" dt="2026-10-15T11:41:49.943" v="1770" actId="14100"/>
          <ac:spMkLst>
            <pc:docMk/>
            <pc:sldMk cId="0" sldId="279"/>
            <ac:spMk id="3" creationId="{00000000-0000-0000-0000-000000000000}"/>
          </ac:spMkLst>
        </pc:spChg>
        <pc:spChg chg="mod">
          <ac:chgData name="Niazi, Kamran Khan (ESA)" userId="d9091442-e87e-4b0b-94b3-8ae3a2f64ff6" providerId="ADAL" clId="{8F5BA232-730D-4FC4-8BD3-9B948244BDE3}" dt="2026-10-15T14:36:17.888" v="2978" actId="20577"/>
          <ac:spMkLst>
            <pc:docMk/>
            <pc:sldMk cId="0" sldId="279"/>
            <ac:spMk id="6" creationId="{00000000-0000-0000-0000-000000000000}"/>
          </ac:spMkLst>
        </pc:spChg>
        <pc:spChg chg="del mod">
          <ac:chgData name="Niazi, Kamran Khan (ESA)" userId="d9091442-e87e-4b0b-94b3-8ae3a2f64ff6" providerId="ADAL" clId="{8F5BA232-730D-4FC4-8BD3-9B948244BDE3}" dt="2026-10-15T08:21:43.584" v="1173" actId="21"/>
          <ac:spMkLst>
            <pc:docMk/>
            <pc:sldMk cId="0" sldId="279"/>
            <ac:spMk id="7" creationId="{00000000-0000-0000-0000-000000000000}"/>
          </ac:spMkLst>
        </pc:spChg>
        <pc:spChg chg="del">
          <ac:chgData name="Niazi, Kamran Khan (ESA)" userId="d9091442-e87e-4b0b-94b3-8ae3a2f64ff6" providerId="ADAL" clId="{8F5BA232-730D-4FC4-8BD3-9B948244BDE3}" dt="2026-10-15T08:22:23.623" v="1177" actId="21"/>
          <ac:spMkLst>
            <pc:docMk/>
            <pc:sldMk cId="0" sldId="279"/>
            <ac:spMk id="11" creationId="{00000000-0000-0000-0000-000000000000}"/>
          </ac:spMkLst>
        </pc:spChg>
        <pc:spChg chg="del">
          <ac:chgData name="Niazi, Kamran Khan (ESA)" userId="d9091442-e87e-4b0b-94b3-8ae3a2f64ff6" providerId="ADAL" clId="{8F5BA232-730D-4FC4-8BD3-9B948244BDE3}" dt="2026-10-14T14:18:55.088" v="291" actId="478"/>
          <ac:spMkLst>
            <pc:docMk/>
            <pc:sldMk cId="0" sldId="279"/>
            <ac:spMk id="12" creationId="{00000000-0000-0000-0000-000000000000}"/>
          </ac:spMkLst>
        </pc:spChg>
        <pc:spChg chg="del">
          <ac:chgData name="Niazi, Kamran Khan (ESA)" userId="d9091442-e87e-4b0b-94b3-8ae3a2f64ff6" providerId="ADAL" clId="{8F5BA232-730D-4FC4-8BD3-9B948244BDE3}" dt="2026-10-14T14:18:54.701" v="290" actId="478"/>
          <ac:spMkLst>
            <pc:docMk/>
            <pc:sldMk cId="0" sldId="279"/>
            <ac:spMk id="13" creationId="{00000000-0000-0000-0000-000000000000}"/>
          </ac:spMkLst>
        </pc:spChg>
        <pc:spChg chg="del">
          <ac:chgData name="Niazi, Kamran Khan (ESA)" userId="d9091442-e87e-4b0b-94b3-8ae3a2f64ff6" providerId="ADAL" clId="{8F5BA232-730D-4FC4-8BD3-9B948244BDE3}" dt="2026-10-14T14:18:53.930" v="289" actId="478"/>
          <ac:spMkLst>
            <pc:docMk/>
            <pc:sldMk cId="0" sldId="279"/>
            <ac:spMk id="14" creationId="{00000000-0000-0000-0000-000000000000}"/>
          </ac:spMkLst>
        </pc:spChg>
      </pc:sldChg>
      <pc:sldChg chg="delSp modSp del mod modShow">
        <pc:chgData name="Niazi, Kamran Khan (ESA)" userId="d9091442-e87e-4b0b-94b3-8ae3a2f64ff6" providerId="ADAL" clId="{8F5BA232-730D-4FC4-8BD3-9B948244BDE3}" dt="2026-10-15T07:52:13.929" v="1086" actId="47"/>
        <pc:sldMkLst>
          <pc:docMk/>
          <pc:sldMk cId="0" sldId="280"/>
        </pc:sldMkLst>
        <pc:spChg chg="del">
          <ac:chgData name="Niazi, Kamran Khan (ESA)" userId="d9091442-e87e-4b0b-94b3-8ae3a2f64ff6" providerId="ADAL" clId="{8F5BA232-730D-4FC4-8BD3-9B948244BDE3}" dt="2026-10-14T14:18:24.882" v="238" actId="478"/>
          <ac:spMkLst>
            <pc:docMk/>
            <pc:sldMk cId="0" sldId="280"/>
            <ac:spMk id="3" creationId="{00000000-0000-0000-0000-000000000000}"/>
          </ac:spMkLst>
        </pc:spChg>
        <pc:spChg chg="mod">
          <ac:chgData name="Niazi, Kamran Khan (ESA)" userId="d9091442-e87e-4b0b-94b3-8ae3a2f64ff6" providerId="ADAL" clId="{8F5BA232-730D-4FC4-8BD3-9B948244BDE3}" dt="2026-10-14T14:38:24.404" v="700" actId="20577"/>
          <ac:spMkLst>
            <pc:docMk/>
            <pc:sldMk cId="0" sldId="280"/>
            <ac:spMk id="4" creationId="{00000000-0000-0000-0000-000000000000}"/>
          </ac:spMkLst>
        </pc:spChg>
        <pc:spChg chg="mod">
          <ac:chgData name="Niazi, Kamran Khan (ESA)" userId="d9091442-e87e-4b0b-94b3-8ae3a2f64ff6" providerId="ADAL" clId="{8F5BA232-730D-4FC4-8BD3-9B948244BDE3}" dt="2026-10-14T14:17:43.377" v="207" actId="20577"/>
          <ac:spMkLst>
            <pc:docMk/>
            <pc:sldMk cId="0" sldId="280"/>
            <ac:spMk id="6" creationId="{00000000-0000-0000-0000-000000000000}"/>
          </ac:spMkLst>
        </pc:spChg>
        <pc:picChg chg="mod">
          <ac:chgData name="Niazi, Kamran Khan (ESA)" userId="d9091442-e87e-4b0b-94b3-8ae3a2f64ff6" providerId="ADAL" clId="{8F5BA232-730D-4FC4-8BD3-9B948244BDE3}" dt="2026-10-14T14:18:42.115" v="288" actId="1036"/>
          <ac:picMkLst>
            <pc:docMk/>
            <pc:sldMk cId="0" sldId="280"/>
            <ac:picMk id="2" creationId="{00000000-0000-0000-0000-000000000000}"/>
          </ac:picMkLst>
        </pc:picChg>
      </pc:sldChg>
      <pc:sldChg chg="addSp delSp modSp add del mod ord modShow">
        <pc:chgData name="Niazi, Kamran Khan (ESA)" userId="d9091442-e87e-4b0b-94b3-8ae3a2f64ff6" providerId="ADAL" clId="{8F5BA232-730D-4FC4-8BD3-9B948244BDE3}" dt="2026-10-15T09:55:20.073" v="1294" actId="47"/>
        <pc:sldMkLst>
          <pc:docMk/>
          <pc:sldMk cId="926787699" sldId="281"/>
        </pc:sldMkLst>
        <pc:spChg chg="mod">
          <ac:chgData name="Niazi, Kamran Khan (ESA)" userId="d9091442-e87e-4b0b-94b3-8ae3a2f64ff6" providerId="ADAL" clId="{8F5BA232-730D-4FC4-8BD3-9B948244BDE3}" dt="2026-10-14T14:39:55.805" v="757" actId="1076"/>
          <ac:spMkLst>
            <pc:docMk/>
            <pc:sldMk cId="926787699" sldId="281"/>
            <ac:spMk id="4" creationId="{5BA1E8FD-C00D-47AB-D923-39EF8F11FF82}"/>
          </ac:spMkLst>
        </pc:spChg>
        <pc:spChg chg="del">
          <ac:chgData name="Niazi, Kamran Khan (ESA)" userId="d9091442-e87e-4b0b-94b3-8ae3a2f64ff6" providerId="ADAL" clId="{8F5BA232-730D-4FC4-8BD3-9B948244BDE3}" dt="2026-10-14T14:39:07.141" v="725" actId="478"/>
          <ac:spMkLst>
            <pc:docMk/>
            <pc:sldMk cId="926787699" sldId="281"/>
            <ac:spMk id="5" creationId="{4F223259-50C3-9347-460A-3F2917BE55D4}"/>
          </ac:spMkLst>
        </pc:spChg>
        <pc:spChg chg="del mod">
          <ac:chgData name="Niazi, Kamran Khan (ESA)" userId="d9091442-e87e-4b0b-94b3-8ae3a2f64ff6" providerId="ADAL" clId="{8F5BA232-730D-4FC4-8BD3-9B948244BDE3}" dt="2026-10-14T14:39:08.537" v="726" actId="478"/>
          <ac:spMkLst>
            <pc:docMk/>
            <pc:sldMk cId="926787699" sldId="281"/>
            <ac:spMk id="6" creationId="{0EE91A57-1BEA-8F00-1188-9860188D611E}"/>
          </ac:spMkLst>
        </pc:spChg>
        <pc:spChg chg="del">
          <ac:chgData name="Niazi, Kamran Khan (ESA)" userId="d9091442-e87e-4b0b-94b3-8ae3a2f64ff6" providerId="ADAL" clId="{8F5BA232-730D-4FC4-8BD3-9B948244BDE3}" dt="2026-10-14T14:38:56.931" v="720" actId="478"/>
          <ac:spMkLst>
            <pc:docMk/>
            <pc:sldMk cId="926787699" sldId="281"/>
            <ac:spMk id="7" creationId="{081C0A28-0C7B-9E0E-BF24-7861D426A3E6}"/>
          </ac:spMkLst>
        </pc:spChg>
        <pc:spChg chg="del">
          <ac:chgData name="Niazi, Kamran Khan (ESA)" userId="d9091442-e87e-4b0b-94b3-8ae3a2f64ff6" providerId="ADAL" clId="{8F5BA232-730D-4FC4-8BD3-9B948244BDE3}" dt="2026-10-14T14:39:11.746" v="730" actId="478"/>
          <ac:spMkLst>
            <pc:docMk/>
            <pc:sldMk cId="926787699" sldId="281"/>
            <ac:spMk id="8" creationId="{01C0BEBA-4B41-9554-9A8E-11DB7E3B42D1}"/>
          </ac:spMkLst>
        </pc:spChg>
        <pc:spChg chg="del mod">
          <ac:chgData name="Niazi, Kamran Khan (ESA)" userId="d9091442-e87e-4b0b-94b3-8ae3a2f64ff6" providerId="ADAL" clId="{8F5BA232-730D-4FC4-8BD3-9B948244BDE3}" dt="2026-10-14T14:39:11.207" v="729" actId="478"/>
          <ac:spMkLst>
            <pc:docMk/>
            <pc:sldMk cId="926787699" sldId="281"/>
            <ac:spMk id="9" creationId="{79DCDCD0-26B6-EC74-2E63-1A2756B83452}"/>
          </ac:spMkLst>
        </pc:spChg>
        <pc:spChg chg="del">
          <ac:chgData name="Niazi, Kamran Khan (ESA)" userId="d9091442-e87e-4b0b-94b3-8ae3a2f64ff6" providerId="ADAL" clId="{8F5BA232-730D-4FC4-8BD3-9B948244BDE3}" dt="2026-10-14T14:39:09.391" v="727" actId="478"/>
          <ac:spMkLst>
            <pc:docMk/>
            <pc:sldMk cId="926787699" sldId="281"/>
            <ac:spMk id="10" creationId="{0266644A-CADB-E214-E929-462A22EF777F}"/>
          </ac:spMkLst>
        </pc:spChg>
        <pc:spChg chg="del">
          <ac:chgData name="Niazi, Kamran Khan (ESA)" userId="d9091442-e87e-4b0b-94b3-8ae3a2f64ff6" providerId="ADAL" clId="{8F5BA232-730D-4FC4-8BD3-9B948244BDE3}" dt="2026-10-14T14:39:13.296" v="732" actId="478"/>
          <ac:spMkLst>
            <pc:docMk/>
            <pc:sldMk cId="926787699" sldId="281"/>
            <ac:spMk id="11" creationId="{40468884-3D81-741F-9EDF-04D1AF1B8145}"/>
          </ac:spMkLst>
        </pc:spChg>
        <pc:spChg chg="del">
          <ac:chgData name="Niazi, Kamran Khan (ESA)" userId="d9091442-e87e-4b0b-94b3-8ae3a2f64ff6" providerId="ADAL" clId="{8F5BA232-730D-4FC4-8BD3-9B948244BDE3}" dt="2026-10-14T14:39:12.601" v="731" actId="478"/>
          <ac:spMkLst>
            <pc:docMk/>
            <pc:sldMk cId="926787699" sldId="281"/>
            <ac:spMk id="12" creationId="{89D32D28-50EB-511E-F015-299B1128677F}"/>
          </ac:spMkLst>
        </pc:spChg>
        <pc:spChg chg="del">
          <ac:chgData name="Niazi, Kamran Khan (ESA)" userId="d9091442-e87e-4b0b-94b3-8ae3a2f64ff6" providerId="ADAL" clId="{8F5BA232-730D-4FC4-8BD3-9B948244BDE3}" dt="2026-10-14T14:39:14.472" v="733" actId="478"/>
          <ac:spMkLst>
            <pc:docMk/>
            <pc:sldMk cId="926787699" sldId="281"/>
            <ac:spMk id="13" creationId="{87417B17-D674-9B88-F18C-2EA9513689F8}"/>
          </ac:spMkLst>
        </pc:spChg>
        <pc:spChg chg="del">
          <ac:chgData name="Niazi, Kamran Khan (ESA)" userId="d9091442-e87e-4b0b-94b3-8ae3a2f64ff6" providerId="ADAL" clId="{8F5BA232-730D-4FC4-8BD3-9B948244BDE3}" dt="2026-10-14T14:39:15.755" v="735" actId="478"/>
          <ac:spMkLst>
            <pc:docMk/>
            <pc:sldMk cId="926787699" sldId="281"/>
            <ac:spMk id="14" creationId="{046691D0-D0ED-498C-84AE-943676333DBF}"/>
          </ac:spMkLst>
        </pc:spChg>
        <pc:spChg chg="del">
          <ac:chgData name="Niazi, Kamran Khan (ESA)" userId="d9091442-e87e-4b0b-94b3-8ae3a2f64ff6" providerId="ADAL" clId="{8F5BA232-730D-4FC4-8BD3-9B948244BDE3}" dt="2026-10-14T14:39:15.072" v="734" actId="478"/>
          <ac:spMkLst>
            <pc:docMk/>
            <pc:sldMk cId="926787699" sldId="281"/>
            <ac:spMk id="15" creationId="{B0301CB5-E11E-2E49-90A1-18CD2A0BB464}"/>
          </ac:spMkLst>
        </pc:spChg>
        <pc:spChg chg="del">
          <ac:chgData name="Niazi, Kamran Khan (ESA)" userId="d9091442-e87e-4b0b-94b3-8ae3a2f64ff6" providerId="ADAL" clId="{8F5BA232-730D-4FC4-8BD3-9B948244BDE3}" dt="2026-10-14T14:39:16.871" v="736" actId="478"/>
          <ac:spMkLst>
            <pc:docMk/>
            <pc:sldMk cId="926787699" sldId="281"/>
            <ac:spMk id="16" creationId="{524CB50C-7F2C-1FDB-92BC-390B4798EAF5}"/>
          </ac:spMkLst>
        </pc:spChg>
        <pc:spChg chg="del">
          <ac:chgData name="Niazi, Kamran Khan (ESA)" userId="d9091442-e87e-4b0b-94b3-8ae3a2f64ff6" providerId="ADAL" clId="{8F5BA232-730D-4FC4-8BD3-9B948244BDE3}" dt="2026-10-14T14:39:17.991" v="738" actId="478"/>
          <ac:spMkLst>
            <pc:docMk/>
            <pc:sldMk cId="926787699" sldId="281"/>
            <ac:spMk id="17" creationId="{62ED3FFF-F1CB-EC3F-6417-41E7348DF7AD}"/>
          </ac:spMkLst>
        </pc:spChg>
        <pc:spChg chg="del">
          <ac:chgData name="Niazi, Kamran Khan (ESA)" userId="d9091442-e87e-4b0b-94b3-8ae3a2f64ff6" providerId="ADAL" clId="{8F5BA232-730D-4FC4-8BD3-9B948244BDE3}" dt="2026-10-14T14:39:17.410" v="737" actId="478"/>
          <ac:spMkLst>
            <pc:docMk/>
            <pc:sldMk cId="926787699" sldId="281"/>
            <ac:spMk id="18" creationId="{920013F5-9610-951D-8995-3E132350A8BD}"/>
          </ac:spMkLst>
        </pc:spChg>
        <pc:spChg chg="del">
          <ac:chgData name="Niazi, Kamran Khan (ESA)" userId="d9091442-e87e-4b0b-94b3-8ae3a2f64ff6" providerId="ADAL" clId="{8F5BA232-730D-4FC4-8BD3-9B948244BDE3}" dt="2026-10-14T14:39:19.104" v="739" actId="478"/>
          <ac:spMkLst>
            <pc:docMk/>
            <pc:sldMk cId="926787699" sldId="281"/>
            <ac:spMk id="19" creationId="{9D32134C-91D7-B2CE-15B1-983E3D76AD4C}"/>
          </ac:spMkLst>
        </pc:spChg>
        <pc:picChg chg="add del mod">
          <ac:chgData name="Niazi, Kamran Khan (ESA)" userId="d9091442-e87e-4b0b-94b3-8ae3a2f64ff6" providerId="ADAL" clId="{8F5BA232-730D-4FC4-8BD3-9B948244BDE3}" dt="2026-10-14T14:40:05.718" v="759" actId="1076"/>
          <ac:picMkLst>
            <pc:docMk/>
            <pc:sldMk cId="926787699" sldId="281"/>
            <ac:picMk id="2" creationId="{C07C6D5F-A0A4-A09A-B371-99E09E175453}"/>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somali_full.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logo.png"/>
          <p:cNvPicPr>
            <a:picLocks noChangeAspect="1"/>
          </p:cNvPicPr>
          <p:nvPr/>
        </p:nvPicPr>
        <p:blipFill>
          <a:blip r:embed="rId3"/>
          <a:stretch>
            <a:fillRect/>
          </a:stretch>
        </p:blipFill>
        <p:spPr>
          <a:xfrm>
            <a:off x="5952408" y="3578673"/>
            <a:ext cx="6035040" cy="1349943"/>
          </a:xfrm>
          <a:prstGeom prst="rect">
            <a:avLst/>
          </a:prstGeom>
        </p:spPr>
      </p:pic>
      <p:sp>
        <p:nvSpPr>
          <p:cNvPr id="6" name="Rectangle 5"/>
          <p:cNvSpPr/>
          <p:nvPr/>
        </p:nvSpPr>
        <p:spPr>
          <a:xfrm>
            <a:off x="0" y="5074920"/>
            <a:ext cx="12191695" cy="1783080"/>
          </a:xfrm>
          <a:prstGeom prst="rect">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5074920"/>
            <a:ext cx="12191695" cy="82296"/>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5303520"/>
            <a:ext cx="10789920" cy="548640"/>
          </a:xfrm>
          <a:prstGeom prst="rect">
            <a:avLst/>
          </a:prstGeom>
          <a:noFill/>
        </p:spPr>
        <p:txBody>
          <a:bodyPr wrap="square" lIns="0" tIns="0" rIns="0" bIns="0" anchor="t">
            <a:spAutoFit/>
          </a:bodyPr>
          <a:lstStyle/>
          <a:p>
            <a:pPr algn="l"/>
            <a:r>
              <a:rPr sz="1900" b="1" i="0">
                <a:solidFill>
                  <a:srgbClr val="FFFFFF"/>
                </a:solidFill>
                <a:latin typeface="Arial"/>
              </a:rPr>
              <a:t>A shared framework for coordinated evidence generation, 2026–2030</a:t>
            </a:r>
          </a:p>
        </p:txBody>
      </p:sp>
      <p:sp>
        <p:nvSpPr>
          <p:cNvPr id="9" name="TextBox 8"/>
          <p:cNvSpPr txBox="1"/>
          <p:nvPr/>
        </p:nvSpPr>
        <p:spPr>
          <a:xfrm>
            <a:off x="685800" y="5897880"/>
            <a:ext cx="10789920" cy="407804"/>
          </a:xfrm>
          <a:prstGeom prst="rect">
            <a:avLst/>
          </a:prstGeom>
          <a:noFill/>
        </p:spPr>
        <p:txBody>
          <a:bodyPr wrap="square" lIns="0" tIns="0" rIns="0" bIns="0" anchor="t">
            <a:spAutoFit/>
          </a:bodyPr>
          <a:lstStyle/>
          <a:p>
            <a:pPr algn="l"/>
            <a:r>
              <a:rPr sz="1400" b="0" i="0">
                <a:solidFill>
                  <a:srgbClr val="E8EEF4"/>
                </a:solidFill>
                <a:latin typeface="Arial"/>
              </a:rPr>
              <a:t>Overview for the validation meeting</a:t>
            </a:r>
          </a:p>
          <a:p>
            <a:r>
              <a:rPr sz="1250" b="0" i="0">
                <a:solidFill>
                  <a:srgbClr val="8A97A5"/>
                </a:solidFill>
                <a:latin typeface="Arial"/>
              </a:rPr>
              <a:t>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502920"/>
            <a:ext cx="502920"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658368"/>
            <a:ext cx="10789920" cy="1188720"/>
          </a:xfrm>
          <a:prstGeom prst="rect">
            <a:avLst/>
          </a:prstGeom>
          <a:noFill/>
        </p:spPr>
        <p:txBody>
          <a:bodyPr wrap="square" lIns="0" tIns="0" rIns="0" bIns="0" anchor="t">
            <a:spAutoFit/>
          </a:bodyPr>
          <a:lstStyle/>
          <a:p>
            <a:pPr algn="l"/>
            <a:r>
              <a:rPr sz="2700" b="1" i="0">
                <a:solidFill>
                  <a:srgbClr val="0E2A4E"/>
                </a:solidFill>
                <a:latin typeface="Arial"/>
              </a:rPr>
              <a:t>What we are here to do</a:t>
            </a:r>
          </a:p>
        </p:txBody>
      </p:sp>
      <p:sp>
        <p:nvSpPr>
          <p:cNvPr id="5" name="Rectangle 4"/>
          <p:cNvSpPr/>
          <p:nvPr/>
        </p:nvSpPr>
        <p:spPr>
          <a:xfrm>
            <a:off x="11750040" y="1325880"/>
            <a:ext cx="91440" cy="402336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600200"/>
            <a:ext cx="548640" cy="713232"/>
          </a:xfrm>
          <a:prstGeom prst="rect">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600200"/>
            <a:ext cx="548640" cy="713232"/>
          </a:xfrm>
          <a:prstGeom prst="rect">
            <a:avLst/>
          </a:prstGeom>
          <a:noFill/>
        </p:spPr>
        <p:txBody>
          <a:bodyPr wrap="square" lIns="0" tIns="0" rIns="0" bIns="0" anchor="ctr">
            <a:spAutoFit/>
          </a:bodyPr>
          <a:lstStyle/>
          <a:p>
            <a:pPr algn="ctr"/>
            <a:r>
              <a:rPr sz="2200" b="1" i="0">
                <a:solidFill>
                  <a:srgbClr val="FFFFFF"/>
                </a:solidFill>
                <a:latin typeface="Arial"/>
              </a:rPr>
              <a:t>1</a:t>
            </a:r>
          </a:p>
        </p:txBody>
      </p:sp>
      <p:sp>
        <p:nvSpPr>
          <p:cNvPr id="8" name="TextBox 7"/>
          <p:cNvSpPr txBox="1"/>
          <p:nvPr/>
        </p:nvSpPr>
        <p:spPr>
          <a:xfrm>
            <a:off x="1325880" y="1741372"/>
            <a:ext cx="7223760" cy="430887"/>
          </a:xfrm>
          <a:prstGeom prst="rect">
            <a:avLst/>
          </a:prstGeom>
          <a:noFill/>
        </p:spPr>
        <p:txBody>
          <a:bodyPr wrap="square" lIns="0" tIns="0" rIns="0" bIns="0" anchor="ctr">
            <a:spAutoFit/>
          </a:bodyPr>
          <a:lstStyle/>
          <a:p>
            <a:pPr algn="l"/>
            <a:r>
              <a:rPr lang="en-GB" sz="1550" b="1" i="0">
                <a:solidFill>
                  <a:srgbClr val="0E2A4E"/>
                </a:solidFill>
                <a:latin typeface="Arial"/>
              </a:rPr>
              <a:t>Review agenda</a:t>
            </a:r>
            <a:endParaRPr sz="1550" b="1" i="0">
              <a:solidFill>
                <a:srgbClr val="0E2A4E"/>
              </a:solidFill>
              <a:latin typeface="Arial"/>
            </a:endParaRPr>
          </a:p>
          <a:p>
            <a:r>
              <a:rPr lang="en-GB" sz="1250" b="0" i="0">
                <a:solidFill>
                  <a:srgbClr val="556678"/>
                </a:solidFill>
                <a:latin typeface="Arial"/>
              </a:rPr>
              <a:t>Recap the agenda through the slides to get the conversation going.</a:t>
            </a:r>
            <a:endParaRPr sz="1250" b="0" i="0">
              <a:solidFill>
                <a:srgbClr val="556678"/>
              </a:solidFill>
              <a:latin typeface="Arial"/>
            </a:endParaRPr>
          </a:p>
        </p:txBody>
      </p:sp>
      <p:sp>
        <p:nvSpPr>
          <p:cNvPr id="9" name="Rectangle 8"/>
          <p:cNvSpPr/>
          <p:nvPr/>
        </p:nvSpPr>
        <p:spPr>
          <a:xfrm>
            <a:off x="594360" y="2468880"/>
            <a:ext cx="548640" cy="713232"/>
          </a:xfrm>
          <a:prstGeom prst="rect">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468880"/>
            <a:ext cx="548640" cy="713232"/>
          </a:xfrm>
          <a:prstGeom prst="rect">
            <a:avLst/>
          </a:prstGeom>
          <a:noFill/>
        </p:spPr>
        <p:txBody>
          <a:bodyPr wrap="square" lIns="0" tIns="0" rIns="0" bIns="0" anchor="ctr">
            <a:spAutoFit/>
          </a:bodyPr>
          <a:lstStyle/>
          <a:p>
            <a:pPr algn="ctr"/>
            <a:r>
              <a:rPr sz="2200" b="1" i="0">
                <a:solidFill>
                  <a:srgbClr val="FFFFFF"/>
                </a:solidFill>
                <a:latin typeface="Arial"/>
              </a:rPr>
              <a:t>2</a:t>
            </a:r>
          </a:p>
        </p:txBody>
      </p:sp>
      <p:sp>
        <p:nvSpPr>
          <p:cNvPr id="11" name="TextBox 10"/>
          <p:cNvSpPr txBox="1"/>
          <p:nvPr/>
        </p:nvSpPr>
        <p:spPr>
          <a:xfrm>
            <a:off x="1325880" y="2610052"/>
            <a:ext cx="7223760" cy="430887"/>
          </a:xfrm>
          <a:prstGeom prst="rect">
            <a:avLst/>
          </a:prstGeom>
          <a:noFill/>
        </p:spPr>
        <p:txBody>
          <a:bodyPr wrap="square" lIns="0" tIns="0" rIns="0" bIns="0" anchor="ctr">
            <a:spAutoFit/>
          </a:bodyPr>
          <a:lstStyle/>
          <a:p>
            <a:pPr algn="l"/>
            <a:r>
              <a:rPr lang="en-GB" sz="1550" b="1" i="0">
                <a:solidFill>
                  <a:srgbClr val="0E2A4E"/>
                </a:solidFill>
                <a:latin typeface="Arial"/>
              </a:rPr>
              <a:t>Overall sentiments</a:t>
            </a:r>
            <a:endParaRPr sz="1550" b="1" i="0">
              <a:solidFill>
                <a:srgbClr val="0E2A4E"/>
              </a:solidFill>
              <a:latin typeface="Arial"/>
            </a:endParaRPr>
          </a:p>
          <a:p>
            <a:r>
              <a:rPr sz="1250" b="0" i="0">
                <a:solidFill>
                  <a:srgbClr val="556678"/>
                </a:solidFill>
                <a:latin typeface="Arial"/>
              </a:rPr>
              <a:t>Identify what should be added and what needs expansion.</a:t>
            </a:r>
          </a:p>
        </p:txBody>
      </p:sp>
      <p:sp>
        <p:nvSpPr>
          <p:cNvPr id="12" name="Rectangle 11"/>
          <p:cNvSpPr/>
          <p:nvPr/>
        </p:nvSpPr>
        <p:spPr>
          <a:xfrm>
            <a:off x="594360" y="3337560"/>
            <a:ext cx="548640" cy="713232"/>
          </a:xfrm>
          <a:prstGeom prst="rect">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337560"/>
            <a:ext cx="548640" cy="713232"/>
          </a:xfrm>
          <a:prstGeom prst="rect">
            <a:avLst/>
          </a:prstGeom>
          <a:noFill/>
        </p:spPr>
        <p:txBody>
          <a:bodyPr wrap="square" lIns="0" tIns="0" rIns="0" bIns="0" anchor="ctr">
            <a:spAutoFit/>
          </a:bodyPr>
          <a:lstStyle/>
          <a:p>
            <a:pPr algn="ctr"/>
            <a:r>
              <a:rPr sz="2200" b="1" i="0">
                <a:solidFill>
                  <a:srgbClr val="FFFFFF"/>
                </a:solidFill>
                <a:latin typeface="Arial"/>
              </a:rPr>
              <a:t>3</a:t>
            </a:r>
          </a:p>
        </p:txBody>
      </p:sp>
      <p:sp>
        <p:nvSpPr>
          <p:cNvPr id="14" name="TextBox 13"/>
          <p:cNvSpPr txBox="1"/>
          <p:nvPr/>
        </p:nvSpPr>
        <p:spPr>
          <a:xfrm>
            <a:off x="1325880" y="3478732"/>
            <a:ext cx="7223760" cy="430887"/>
          </a:xfrm>
          <a:prstGeom prst="rect">
            <a:avLst/>
          </a:prstGeom>
          <a:noFill/>
        </p:spPr>
        <p:txBody>
          <a:bodyPr wrap="square" lIns="0" tIns="0" rIns="0" bIns="0" anchor="ctr">
            <a:spAutoFit/>
          </a:bodyPr>
          <a:lstStyle/>
          <a:p>
            <a:pPr algn="l"/>
            <a:r>
              <a:rPr lang="en-GB" sz="1550" b="1" i="0" dirty="0">
                <a:solidFill>
                  <a:srgbClr val="0E2A4E"/>
                </a:solidFill>
                <a:latin typeface="Arial"/>
              </a:rPr>
              <a:t>Discuss the first round of comments</a:t>
            </a:r>
            <a:endParaRPr sz="1550" b="1" i="0" dirty="0">
              <a:solidFill>
                <a:srgbClr val="0E2A4E"/>
              </a:solidFill>
              <a:latin typeface="Arial"/>
            </a:endParaRPr>
          </a:p>
          <a:p>
            <a:r>
              <a:rPr sz="1250" b="0" i="0" dirty="0">
                <a:solidFill>
                  <a:srgbClr val="556678"/>
                </a:solidFill>
                <a:latin typeface="Arial"/>
              </a:rPr>
              <a:t>Work through specific comments and resolve them together.</a:t>
            </a:r>
          </a:p>
        </p:txBody>
      </p:sp>
      <p:sp>
        <p:nvSpPr>
          <p:cNvPr id="15" name="Rectangle 14"/>
          <p:cNvSpPr/>
          <p:nvPr/>
        </p:nvSpPr>
        <p:spPr>
          <a:xfrm>
            <a:off x="594360" y="4206240"/>
            <a:ext cx="548640" cy="713232"/>
          </a:xfrm>
          <a:prstGeom prst="rect">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4206240"/>
            <a:ext cx="548640" cy="713232"/>
          </a:xfrm>
          <a:prstGeom prst="rect">
            <a:avLst/>
          </a:prstGeom>
          <a:noFill/>
        </p:spPr>
        <p:txBody>
          <a:bodyPr wrap="square" lIns="0" tIns="0" rIns="0" bIns="0" anchor="ctr">
            <a:spAutoFit/>
          </a:bodyPr>
          <a:lstStyle/>
          <a:p>
            <a:pPr algn="ctr"/>
            <a:r>
              <a:rPr sz="2200" b="1" i="0">
                <a:solidFill>
                  <a:srgbClr val="FFFFFF"/>
                </a:solidFill>
                <a:latin typeface="Arial"/>
              </a:rPr>
              <a:t>4</a:t>
            </a:r>
          </a:p>
        </p:txBody>
      </p:sp>
      <p:sp>
        <p:nvSpPr>
          <p:cNvPr id="17" name="TextBox 16"/>
          <p:cNvSpPr txBox="1"/>
          <p:nvPr/>
        </p:nvSpPr>
        <p:spPr>
          <a:xfrm>
            <a:off x="1325880" y="4251232"/>
            <a:ext cx="7223760" cy="623248"/>
          </a:xfrm>
          <a:prstGeom prst="rect">
            <a:avLst/>
          </a:prstGeom>
          <a:noFill/>
        </p:spPr>
        <p:txBody>
          <a:bodyPr wrap="square" lIns="0" tIns="0" rIns="0" bIns="0" anchor="ctr">
            <a:spAutoFit/>
          </a:bodyPr>
          <a:lstStyle/>
          <a:p>
            <a:pPr algn="l"/>
            <a:r>
              <a:rPr sz="1550" b="1" i="0" dirty="0">
                <a:solidFill>
                  <a:srgbClr val="0E2A4E"/>
                </a:solidFill>
                <a:latin typeface="Arial"/>
              </a:rPr>
              <a:t>Wrap up for Berlin</a:t>
            </a:r>
          </a:p>
          <a:p>
            <a:r>
              <a:rPr sz="1250" b="0" i="0" dirty="0">
                <a:solidFill>
                  <a:srgbClr val="556678"/>
                </a:solidFill>
                <a:latin typeface="Arial"/>
              </a:rPr>
              <a:t>Agree </a:t>
            </a:r>
            <a:r>
              <a:rPr lang="en-GB" sz="1250" dirty="0">
                <a:solidFill>
                  <a:srgbClr val="556678"/>
                </a:solidFill>
                <a:latin typeface="Arial"/>
              </a:rPr>
              <a:t>way forward and to see if a working </a:t>
            </a:r>
            <a:r>
              <a:rPr sz="1250" b="0" i="0" dirty="0">
                <a:solidFill>
                  <a:srgbClr val="556678"/>
                </a:solidFill>
                <a:latin typeface="Arial"/>
              </a:rPr>
              <a:t>version to present at the Global Dialogue Platform as a living document, for a second round of feedback.</a:t>
            </a:r>
          </a:p>
        </p:txBody>
      </p:sp>
      <p:sp>
        <p:nvSpPr>
          <p:cNvPr id="18" name="TextBox 17"/>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8A97A5"/>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502920"/>
            <a:ext cx="502920"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658368"/>
            <a:ext cx="10789920" cy="415498"/>
          </a:xfrm>
          <a:prstGeom prst="rect">
            <a:avLst/>
          </a:prstGeom>
          <a:noFill/>
        </p:spPr>
        <p:txBody>
          <a:bodyPr wrap="square" lIns="0" tIns="0" rIns="0" bIns="0" anchor="t">
            <a:spAutoFit/>
          </a:bodyPr>
          <a:lstStyle/>
          <a:p>
            <a:pPr algn="l"/>
            <a:r>
              <a:rPr lang="en-GB" sz="2700" b="1" i="0" dirty="0">
                <a:solidFill>
                  <a:srgbClr val="0E2A4E"/>
                </a:solidFill>
                <a:latin typeface="Arial"/>
              </a:rPr>
              <a:t>How we started and where we are?</a:t>
            </a:r>
            <a:endParaRPr sz="2700" b="1" i="0" dirty="0">
              <a:solidFill>
                <a:srgbClr val="0E2A4E"/>
              </a:solidFill>
              <a:latin typeface="Arial"/>
            </a:endParaRPr>
          </a:p>
        </p:txBody>
      </p:sp>
      <p:pic>
        <p:nvPicPr>
          <p:cNvPr id="4" name="Picture 3" descr="pan_village.jpg"/>
          <p:cNvPicPr>
            <a:picLocks noChangeAspect="1"/>
          </p:cNvPicPr>
          <p:nvPr/>
        </p:nvPicPr>
        <p:blipFill>
          <a:blip r:embed="rId2"/>
          <a:stretch>
            <a:fillRect/>
          </a:stretch>
        </p:blipFill>
        <p:spPr>
          <a:xfrm>
            <a:off x="6909487" y="0"/>
            <a:ext cx="5282513" cy="6858000"/>
          </a:xfrm>
          <a:prstGeom prst="rect">
            <a:avLst/>
          </a:prstGeom>
        </p:spPr>
      </p:pic>
      <p:sp>
        <p:nvSpPr>
          <p:cNvPr id="5" name="Rectangle 4"/>
          <p:cNvSpPr/>
          <p:nvPr/>
        </p:nvSpPr>
        <p:spPr>
          <a:xfrm>
            <a:off x="6637405" y="798242"/>
            <a:ext cx="162711" cy="5522191"/>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600200"/>
            <a:ext cx="128016" cy="82296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57622" y="1691079"/>
            <a:ext cx="5474236" cy="641201"/>
          </a:xfrm>
          <a:prstGeom prst="rect">
            <a:avLst/>
          </a:prstGeom>
          <a:noFill/>
        </p:spPr>
        <p:txBody>
          <a:bodyPr wrap="square" lIns="0" tIns="0" rIns="0" bIns="0" anchor="t">
            <a:spAutoFit/>
          </a:bodyPr>
          <a:lstStyle/>
          <a:p>
            <a:pPr algn="l"/>
            <a:r>
              <a:rPr sz="1500" b="1" i="0" dirty="0">
                <a:solidFill>
                  <a:srgbClr val="0E2A4E"/>
                </a:solidFill>
                <a:latin typeface="Arial"/>
              </a:rPr>
              <a:t>FAO workshop, Rome   </a:t>
            </a:r>
            <a:r>
              <a:rPr sz="1200" b="1" i="1" dirty="0">
                <a:solidFill>
                  <a:srgbClr val="E87A1E"/>
                </a:solidFill>
                <a:latin typeface="Arial"/>
              </a:rPr>
              <a:t>April 2026</a:t>
            </a:r>
          </a:p>
          <a:p>
            <a:pPr>
              <a:spcBef>
                <a:spcPts val="200"/>
              </a:spcBef>
            </a:pPr>
            <a:r>
              <a:rPr sz="1250" b="0" i="0" dirty="0">
                <a:solidFill>
                  <a:srgbClr val="202833"/>
                </a:solidFill>
                <a:latin typeface="Arial"/>
              </a:rPr>
              <a:t>“Leveraging Evidence for Effective Anticipatory Action” — 50+ speakers, 150+ participants.</a:t>
            </a:r>
          </a:p>
        </p:txBody>
      </p:sp>
      <p:sp>
        <p:nvSpPr>
          <p:cNvPr id="8" name="Rectangle 7"/>
          <p:cNvSpPr/>
          <p:nvPr/>
        </p:nvSpPr>
        <p:spPr>
          <a:xfrm>
            <a:off x="640080" y="2651760"/>
            <a:ext cx="128016" cy="82296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742639"/>
            <a:ext cx="5135880" cy="641201"/>
          </a:xfrm>
          <a:prstGeom prst="rect">
            <a:avLst/>
          </a:prstGeom>
          <a:noFill/>
        </p:spPr>
        <p:txBody>
          <a:bodyPr wrap="square" lIns="0" tIns="0" rIns="0" bIns="0" anchor="t">
            <a:spAutoFit/>
          </a:bodyPr>
          <a:lstStyle/>
          <a:p>
            <a:pPr algn="l"/>
            <a:r>
              <a:rPr sz="1500" b="1" i="0" dirty="0">
                <a:solidFill>
                  <a:srgbClr val="0E2A4E"/>
                </a:solidFill>
                <a:latin typeface="Arial"/>
              </a:rPr>
              <a:t>WFP Global Impact Evaluation Forum   </a:t>
            </a:r>
            <a:r>
              <a:rPr sz="1200" b="1" i="1" dirty="0">
                <a:solidFill>
                  <a:srgbClr val="E87A1E"/>
                </a:solidFill>
                <a:latin typeface="Arial"/>
              </a:rPr>
              <a:t>Geneva, Sep 2026</a:t>
            </a:r>
          </a:p>
          <a:p>
            <a:pPr>
              <a:spcBef>
                <a:spcPts val="200"/>
              </a:spcBef>
            </a:pPr>
            <a:r>
              <a:rPr sz="1250" b="0" i="0" dirty="0">
                <a:solidFill>
                  <a:srgbClr val="202833"/>
                </a:solidFill>
                <a:latin typeface="Arial"/>
              </a:rPr>
              <a:t>Refined priorities; the </a:t>
            </a:r>
            <a:r>
              <a:rPr lang="en-GB" sz="1250" b="0" i="0" dirty="0">
                <a:solidFill>
                  <a:srgbClr val="202833"/>
                </a:solidFill>
                <a:latin typeface="Arial"/>
              </a:rPr>
              <a:t>OCHA-WFP </a:t>
            </a:r>
            <a:r>
              <a:rPr sz="1250" b="0" i="0" dirty="0">
                <a:solidFill>
                  <a:srgbClr val="202833"/>
                </a:solidFill>
                <a:latin typeface="Arial"/>
              </a:rPr>
              <a:t>AA evidence window </a:t>
            </a:r>
            <a:r>
              <a:rPr lang="en-GB" sz="1250" b="0" i="0" dirty="0">
                <a:solidFill>
                  <a:srgbClr val="202833"/>
                </a:solidFill>
                <a:latin typeface="Arial"/>
              </a:rPr>
              <a:t>focusing on Impact Evaluations can be </a:t>
            </a:r>
            <a:r>
              <a:rPr sz="1250" b="0" i="0" dirty="0">
                <a:solidFill>
                  <a:srgbClr val="202833"/>
                </a:solidFill>
                <a:latin typeface="Arial"/>
              </a:rPr>
              <a:t>situated within the agenda.</a:t>
            </a:r>
          </a:p>
        </p:txBody>
      </p:sp>
      <p:sp>
        <p:nvSpPr>
          <p:cNvPr id="10" name="Rectangle 9"/>
          <p:cNvSpPr/>
          <p:nvPr/>
        </p:nvSpPr>
        <p:spPr>
          <a:xfrm>
            <a:off x="640080" y="3703320"/>
            <a:ext cx="128016" cy="82296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57622" y="3890379"/>
            <a:ext cx="5044440" cy="448841"/>
          </a:xfrm>
          <a:prstGeom prst="rect">
            <a:avLst/>
          </a:prstGeom>
          <a:noFill/>
        </p:spPr>
        <p:txBody>
          <a:bodyPr wrap="square" lIns="0" tIns="0" rIns="0" bIns="0" anchor="t">
            <a:spAutoFit/>
          </a:bodyPr>
          <a:lstStyle/>
          <a:p>
            <a:pPr algn="l"/>
            <a:r>
              <a:rPr sz="1500" b="1" i="0" dirty="0">
                <a:solidFill>
                  <a:srgbClr val="0E2A4E"/>
                </a:solidFill>
                <a:latin typeface="Arial"/>
              </a:rPr>
              <a:t>ISDC roundtable &amp; partner consultations   </a:t>
            </a:r>
            <a:r>
              <a:rPr sz="1200" b="1" i="1" dirty="0">
                <a:solidFill>
                  <a:srgbClr val="E87A1E"/>
                </a:solidFill>
                <a:latin typeface="Arial"/>
              </a:rPr>
              <a:t>Berlin, Sep 2026</a:t>
            </a:r>
          </a:p>
          <a:p>
            <a:pPr>
              <a:spcBef>
                <a:spcPts val="200"/>
              </a:spcBef>
            </a:pPr>
            <a:r>
              <a:rPr sz="1250" b="0" i="0" dirty="0">
                <a:solidFill>
                  <a:srgbClr val="202833"/>
                </a:solidFill>
                <a:latin typeface="Arial"/>
              </a:rPr>
              <a:t>Evidence in fragile settings; bilateral inputs from partners.</a:t>
            </a:r>
          </a:p>
        </p:txBody>
      </p:sp>
      <p:sp>
        <p:nvSpPr>
          <p:cNvPr id="12" name="Rectangle 11"/>
          <p:cNvSpPr/>
          <p:nvPr/>
        </p:nvSpPr>
        <p:spPr>
          <a:xfrm>
            <a:off x="640080" y="4754880"/>
            <a:ext cx="128016" cy="82296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57622" y="4941939"/>
            <a:ext cx="5282513" cy="448841"/>
          </a:xfrm>
          <a:prstGeom prst="rect">
            <a:avLst/>
          </a:prstGeom>
          <a:noFill/>
        </p:spPr>
        <p:txBody>
          <a:bodyPr wrap="square" lIns="0" tIns="0" rIns="0" bIns="0" anchor="t">
            <a:spAutoFit/>
          </a:bodyPr>
          <a:lstStyle/>
          <a:p>
            <a:pPr algn="l"/>
            <a:r>
              <a:rPr sz="1500" b="1" i="0" dirty="0">
                <a:solidFill>
                  <a:srgbClr val="0E2A4E"/>
                </a:solidFill>
                <a:latin typeface="Arial"/>
              </a:rPr>
              <a:t>Living document   </a:t>
            </a:r>
            <a:r>
              <a:rPr sz="1200" b="1" i="1" dirty="0">
                <a:solidFill>
                  <a:srgbClr val="E87A1E"/>
                </a:solidFill>
                <a:latin typeface="Arial"/>
              </a:rPr>
              <a:t>Ongoing</a:t>
            </a:r>
          </a:p>
          <a:p>
            <a:pPr>
              <a:spcBef>
                <a:spcPts val="200"/>
              </a:spcBef>
            </a:pPr>
            <a:r>
              <a:rPr sz="1250" b="0" i="0" dirty="0">
                <a:solidFill>
                  <a:srgbClr val="202833"/>
                </a:solidFill>
                <a:latin typeface="Arial"/>
              </a:rPr>
              <a:t>Continues to evolve through contributions from participating stakeholders.</a:t>
            </a:r>
          </a:p>
        </p:txBody>
      </p:sp>
      <p:sp>
        <p:nvSpPr>
          <p:cNvPr id="14" name="TextBox 13"/>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8A97A5"/>
                </a:solidFill>
                <a:latin typeface="Arial"/>
              </a:rPr>
              <a:t>13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n_flood.jpg"/>
          <p:cNvPicPr>
            <a:picLocks noChangeAspect="1"/>
          </p:cNvPicPr>
          <p:nvPr/>
        </p:nvPicPr>
        <p:blipFill>
          <a:blip r:embed="rId2"/>
          <a:stretch>
            <a:fillRect/>
          </a:stretch>
        </p:blipFill>
        <p:spPr>
          <a:xfrm>
            <a:off x="-1" y="0"/>
            <a:ext cx="5394121" cy="6858000"/>
          </a:xfrm>
          <a:prstGeom prst="rect">
            <a:avLst/>
          </a:prstGeom>
        </p:spPr>
      </p:pic>
      <p:sp>
        <p:nvSpPr>
          <p:cNvPr id="3" name="Rectangle 2"/>
          <p:cNvSpPr/>
          <p:nvPr/>
        </p:nvSpPr>
        <p:spPr>
          <a:xfrm>
            <a:off x="5373148" y="0"/>
            <a:ext cx="73152" cy="685800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5560934" y="118301"/>
            <a:ext cx="502920"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812394" y="336616"/>
            <a:ext cx="5673056" cy="830997"/>
          </a:xfrm>
          <a:prstGeom prst="rect">
            <a:avLst/>
          </a:prstGeom>
          <a:noFill/>
        </p:spPr>
        <p:txBody>
          <a:bodyPr wrap="square" lIns="0" tIns="0" rIns="0" bIns="0" anchor="t">
            <a:spAutoFit/>
          </a:bodyPr>
          <a:lstStyle/>
          <a:p>
            <a:pPr algn="l"/>
            <a:r>
              <a:rPr sz="2700" b="1" i="0" dirty="0">
                <a:solidFill>
                  <a:srgbClr val="0E2A4E"/>
                </a:solidFill>
                <a:latin typeface="Arial"/>
              </a:rPr>
              <a:t>The case for acting early is made;</a:t>
            </a:r>
          </a:p>
          <a:p>
            <a:r>
              <a:rPr sz="2700" b="1" i="0" dirty="0">
                <a:solidFill>
                  <a:srgbClr val="0E2A4E"/>
                </a:solidFill>
                <a:latin typeface="Arial"/>
              </a:rPr>
              <a:t>the frontier has moved</a:t>
            </a:r>
          </a:p>
        </p:txBody>
      </p:sp>
      <p:sp>
        <p:nvSpPr>
          <p:cNvPr id="6" name="Rectangle 5"/>
          <p:cNvSpPr/>
          <p:nvPr/>
        </p:nvSpPr>
        <p:spPr>
          <a:xfrm>
            <a:off x="5558836" y="1692439"/>
            <a:ext cx="100584" cy="1234440"/>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04927" y="1882619"/>
            <a:ext cx="6071615" cy="854080"/>
          </a:xfrm>
          <a:prstGeom prst="rect">
            <a:avLst/>
          </a:prstGeom>
          <a:noFill/>
        </p:spPr>
        <p:txBody>
          <a:bodyPr wrap="square" lIns="0" tIns="0" rIns="0" bIns="0" anchor="t">
            <a:spAutoFit/>
          </a:bodyPr>
          <a:lstStyle/>
          <a:p>
            <a:pPr algn="l"/>
            <a:r>
              <a:rPr sz="1550" b="1" i="0">
                <a:solidFill>
                  <a:srgbClr val="0E2A4E"/>
                </a:solidFill>
                <a:latin typeface="Arial"/>
              </a:rPr>
              <a:t>A strong base to build on</a:t>
            </a:r>
          </a:p>
          <a:p>
            <a:pPr>
              <a:spcBef>
                <a:spcPts val="300"/>
              </a:spcBef>
            </a:pPr>
            <a:r>
              <a:rPr sz="1250" b="0" i="0">
                <a:solidFill>
                  <a:srgbClr val="202833"/>
                </a:solidFill>
                <a:latin typeface="Arial"/>
              </a:rPr>
              <a:t>A decade of rigorous studies across geographies and hazards shows that reaching people before a shock protects food security, reduces harmful coping and preserves assets.</a:t>
            </a:r>
          </a:p>
        </p:txBody>
      </p:sp>
      <p:sp>
        <p:nvSpPr>
          <p:cNvPr id="8" name="Rectangle 7"/>
          <p:cNvSpPr/>
          <p:nvPr/>
        </p:nvSpPr>
        <p:spPr>
          <a:xfrm>
            <a:off x="5560934" y="3429000"/>
            <a:ext cx="100584" cy="1234440"/>
          </a:xfrm>
          <a:prstGeom prst="rect">
            <a:avLst/>
          </a:prstGeom>
          <a:solidFill>
            <a:srgbClr val="2E6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04928" y="3715360"/>
            <a:ext cx="6071615" cy="661720"/>
          </a:xfrm>
          <a:prstGeom prst="rect">
            <a:avLst/>
          </a:prstGeom>
          <a:noFill/>
        </p:spPr>
        <p:txBody>
          <a:bodyPr wrap="square" lIns="0" tIns="0" rIns="0" bIns="0" anchor="t">
            <a:spAutoFit/>
          </a:bodyPr>
          <a:lstStyle/>
          <a:p>
            <a:pPr algn="l"/>
            <a:r>
              <a:rPr sz="1550" b="1" i="0">
                <a:solidFill>
                  <a:srgbClr val="0E2A4E"/>
                </a:solidFill>
                <a:latin typeface="Arial"/>
              </a:rPr>
              <a:t>The question has changed</a:t>
            </a:r>
          </a:p>
          <a:p>
            <a:pPr>
              <a:spcBef>
                <a:spcPts val="300"/>
              </a:spcBef>
            </a:pPr>
            <a:r>
              <a:rPr sz="1250" b="0" i="0">
                <a:solidFill>
                  <a:srgbClr val="202833"/>
                </a:solidFill>
                <a:latin typeface="Arial"/>
              </a:rPr>
              <a:t>The frontier is now making anticipatory action work better: which design features matter, how short-term protection lasts, and how costs compare.</a:t>
            </a:r>
          </a:p>
        </p:txBody>
      </p:sp>
      <p:sp>
        <p:nvSpPr>
          <p:cNvPr id="10" name="Rectangle 9"/>
          <p:cNvSpPr/>
          <p:nvPr/>
        </p:nvSpPr>
        <p:spPr>
          <a:xfrm>
            <a:off x="5560934" y="5221224"/>
            <a:ext cx="100584" cy="123444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04928" y="5507584"/>
            <a:ext cx="6165152" cy="661720"/>
          </a:xfrm>
          <a:prstGeom prst="rect">
            <a:avLst/>
          </a:prstGeom>
          <a:noFill/>
        </p:spPr>
        <p:txBody>
          <a:bodyPr wrap="square" lIns="0" tIns="0" rIns="0" bIns="0" anchor="t">
            <a:spAutoFit/>
          </a:bodyPr>
          <a:lstStyle/>
          <a:p>
            <a:pPr algn="l"/>
            <a:r>
              <a:rPr sz="1550" b="1" i="0">
                <a:solidFill>
                  <a:srgbClr val="0E2A4E"/>
                </a:solidFill>
                <a:latin typeface="Arial"/>
              </a:rPr>
              <a:t>No single study can answer it</a:t>
            </a:r>
          </a:p>
          <a:p>
            <a:pPr>
              <a:spcBef>
                <a:spcPts val="300"/>
              </a:spcBef>
            </a:pPr>
            <a:r>
              <a:rPr sz="1250" b="0" i="0">
                <a:solidFill>
                  <a:srgbClr val="202833"/>
                </a:solidFill>
                <a:latin typeface="Arial"/>
              </a:rPr>
              <a:t>These are comparative questions. Answering them means moving from individual studies to a shared effort — especially as funding tightens.</a:t>
            </a:r>
          </a:p>
        </p:txBody>
      </p:sp>
      <p:sp>
        <p:nvSpPr>
          <p:cNvPr id="12" name="TextBox 11"/>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8A97A5"/>
                </a:solidFill>
                <a:latin typeface="Arial"/>
              </a:rP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502920"/>
            <a:ext cx="502920"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798091"/>
            <a:ext cx="10789920" cy="415498"/>
          </a:xfrm>
          <a:prstGeom prst="rect">
            <a:avLst/>
          </a:prstGeom>
          <a:noFill/>
        </p:spPr>
        <p:txBody>
          <a:bodyPr wrap="square" lIns="0" tIns="0" rIns="0" bIns="0" anchor="t">
            <a:spAutoFit/>
          </a:bodyPr>
          <a:lstStyle/>
          <a:p>
            <a:pPr algn="l"/>
            <a:r>
              <a:rPr sz="2700" b="1" i="0" dirty="0">
                <a:solidFill>
                  <a:srgbClr val="0E2A4E"/>
                </a:solidFill>
                <a:latin typeface="Arial"/>
              </a:rPr>
              <a:t>A shared framework</a:t>
            </a:r>
            <a:r>
              <a:rPr lang="en-GB" sz="2700" b="1" dirty="0">
                <a:solidFill>
                  <a:srgbClr val="0E2A4E"/>
                </a:solidFill>
                <a:latin typeface="Arial"/>
              </a:rPr>
              <a:t>:</a:t>
            </a:r>
            <a:r>
              <a:rPr sz="2700" b="1" i="0" dirty="0">
                <a:solidFill>
                  <a:srgbClr val="0E2A4E"/>
                </a:solidFill>
                <a:latin typeface="Arial"/>
              </a:rPr>
              <a:t> not a platform or a fund</a:t>
            </a:r>
          </a:p>
        </p:txBody>
      </p:sp>
      <p:sp>
        <p:nvSpPr>
          <p:cNvPr id="4" name="TextBox 3"/>
          <p:cNvSpPr txBox="1"/>
          <p:nvPr/>
        </p:nvSpPr>
        <p:spPr>
          <a:xfrm>
            <a:off x="594360" y="1508760"/>
            <a:ext cx="11064240" cy="868680"/>
          </a:xfrm>
          <a:prstGeom prst="rect">
            <a:avLst/>
          </a:prstGeom>
          <a:noFill/>
        </p:spPr>
        <p:txBody>
          <a:bodyPr wrap="square" lIns="0" tIns="0" rIns="0" bIns="0" anchor="t">
            <a:spAutoFit/>
          </a:bodyPr>
          <a:lstStyle/>
          <a:p>
            <a:pPr algn="l"/>
            <a:r>
              <a:rPr sz="1400" b="0" i="0">
                <a:solidFill>
                  <a:srgbClr val="202833"/>
                </a:solidFill>
                <a:latin typeface="Arial"/>
              </a:rPr>
              <a:t>An overarching structure under which the efforts of individual institutions are </a:t>
            </a:r>
            <a:r>
              <a:rPr sz="1400" b="1" i="0">
                <a:solidFill>
                  <a:srgbClr val="0E2A4E"/>
                </a:solidFill>
                <a:latin typeface="Arial"/>
              </a:rPr>
              <a:t>systematised</a:t>
            </a:r>
            <a:r>
              <a:rPr sz="1400" b="0" i="0">
                <a:solidFill>
                  <a:srgbClr val="202833"/>
                </a:solidFill>
                <a:latin typeface="Arial"/>
              </a:rPr>
              <a:t>, so each contribution is magnified by being </a:t>
            </a:r>
            <a:r>
              <a:rPr sz="1400" b="1" i="0">
                <a:solidFill>
                  <a:srgbClr val="0E2A4E"/>
                </a:solidFill>
                <a:latin typeface="Arial"/>
              </a:rPr>
              <a:t>comparable with and cumulative to</a:t>
            </a:r>
            <a:r>
              <a:rPr sz="1400" b="0" i="0">
                <a:solidFill>
                  <a:srgbClr val="202833"/>
                </a:solidFill>
                <a:latin typeface="Arial"/>
              </a:rPr>
              <a:t> the work of others. Partners keep designing, funding and implementing their own studies; the agenda aligns them.</a:t>
            </a:r>
          </a:p>
        </p:txBody>
      </p:sp>
      <p:sp>
        <p:nvSpPr>
          <p:cNvPr id="5" name="Rectangle 4"/>
          <p:cNvSpPr/>
          <p:nvPr/>
        </p:nvSpPr>
        <p:spPr>
          <a:xfrm>
            <a:off x="594360" y="2880360"/>
            <a:ext cx="3611880" cy="3108960"/>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2880360"/>
            <a:ext cx="3611880" cy="109728"/>
          </a:xfrm>
          <a:prstGeom prst="rect">
            <a:avLst/>
          </a:prstGeom>
          <a:solidFill>
            <a:srgbClr val="2E6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 y="3227832"/>
            <a:ext cx="3099816" cy="365760"/>
          </a:xfrm>
          <a:prstGeom prst="rect">
            <a:avLst/>
          </a:prstGeom>
          <a:noFill/>
        </p:spPr>
        <p:txBody>
          <a:bodyPr wrap="square" lIns="0" tIns="0" rIns="0" bIns="0" anchor="t">
            <a:spAutoFit/>
          </a:bodyPr>
          <a:lstStyle/>
          <a:p>
            <a:pPr algn="l"/>
            <a:r>
              <a:rPr sz="1300" b="1" i="0" spc="80">
                <a:solidFill>
                  <a:srgbClr val="2E6B9E"/>
                </a:solidFill>
                <a:latin typeface="Arial"/>
              </a:rPr>
              <a:t>FOCUSED SCOPE</a:t>
            </a:r>
          </a:p>
        </p:txBody>
      </p:sp>
      <p:sp>
        <p:nvSpPr>
          <p:cNvPr id="8" name="TextBox 7"/>
          <p:cNvSpPr txBox="1"/>
          <p:nvPr/>
        </p:nvSpPr>
        <p:spPr>
          <a:xfrm>
            <a:off x="850392" y="3749040"/>
            <a:ext cx="3099816" cy="2057400"/>
          </a:xfrm>
          <a:prstGeom prst="rect">
            <a:avLst/>
          </a:prstGeom>
          <a:noFill/>
        </p:spPr>
        <p:txBody>
          <a:bodyPr wrap="square" lIns="0" tIns="0" rIns="0" bIns="0" anchor="t">
            <a:spAutoFit/>
          </a:bodyPr>
          <a:lstStyle/>
          <a:p>
            <a:pPr algn="l"/>
            <a:r>
              <a:rPr sz="1300" b="0" i="0">
                <a:solidFill>
                  <a:srgbClr val="202833"/>
                </a:solidFill>
                <a:latin typeface="Arial"/>
              </a:rPr>
              <a:t>Evidence on the impact, effectiveness and cost-effectiveness of anticipatory action for the people it aims to protect.</a:t>
            </a:r>
          </a:p>
        </p:txBody>
      </p:sp>
      <p:sp>
        <p:nvSpPr>
          <p:cNvPr id="9" name="Rectangle 8"/>
          <p:cNvSpPr/>
          <p:nvPr/>
        </p:nvSpPr>
        <p:spPr>
          <a:xfrm>
            <a:off x="4443984" y="2880360"/>
            <a:ext cx="3611880" cy="3108960"/>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443984" y="2880360"/>
            <a:ext cx="3611880" cy="109728"/>
          </a:xfrm>
          <a:prstGeom prst="rect">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00016" y="3227832"/>
            <a:ext cx="3099816" cy="365760"/>
          </a:xfrm>
          <a:prstGeom prst="rect">
            <a:avLst/>
          </a:prstGeom>
          <a:noFill/>
        </p:spPr>
        <p:txBody>
          <a:bodyPr wrap="square" lIns="0" tIns="0" rIns="0" bIns="0" anchor="t">
            <a:spAutoFit/>
          </a:bodyPr>
          <a:lstStyle/>
          <a:p>
            <a:pPr algn="l"/>
            <a:r>
              <a:rPr sz="1300" b="1" i="0" spc="80">
                <a:solidFill>
                  <a:srgbClr val="0E2A4E"/>
                </a:solidFill>
                <a:latin typeface="Arial"/>
              </a:rPr>
              <a:t>WHO IT IS FOR</a:t>
            </a:r>
          </a:p>
        </p:txBody>
      </p:sp>
      <p:sp>
        <p:nvSpPr>
          <p:cNvPr id="12" name="TextBox 11"/>
          <p:cNvSpPr txBox="1"/>
          <p:nvPr/>
        </p:nvSpPr>
        <p:spPr>
          <a:xfrm>
            <a:off x="4700016" y="3749040"/>
            <a:ext cx="3099816" cy="2057400"/>
          </a:xfrm>
          <a:prstGeom prst="rect">
            <a:avLst/>
          </a:prstGeom>
          <a:noFill/>
        </p:spPr>
        <p:txBody>
          <a:bodyPr wrap="square" lIns="0" tIns="0" rIns="0" bIns="0" anchor="t">
            <a:spAutoFit/>
          </a:bodyPr>
          <a:lstStyle/>
          <a:p>
            <a:pPr algn="l"/>
            <a:r>
              <a:rPr sz="1300" b="0" i="0">
                <a:solidFill>
                  <a:srgbClr val="202833"/>
                </a:solidFill>
                <a:latin typeface="Arial"/>
              </a:rPr>
              <a:t>Open to any organisation that generates, finances or uses AA evidence — UN agencies, Red Cross / Red Crescent, NGOs, researchers, banks, donors and governments.</a:t>
            </a:r>
          </a:p>
        </p:txBody>
      </p:sp>
      <p:sp>
        <p:nvSpPr>
          <p:cNvPr id="13" name="Rectangle 12"/>
          <p:cNvSpPr/>
          <p:nvPr/>
        </p:nvSpPr>
        <p:spPr>
          <a:xfrm>
            <a:off x="8293608" y="2880360"/>
            <a:ext cx="3611880" cy="3108960"/>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93608" y="2880360"/>
            <a:ext cx="3611880" cy="10972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49640" y="3227832"/>
            <a:ext cx="3099816" cy="365760"/>
          </a:xfrm>
          <a:prstGeom prst="rect">
            <a:avLst/>
          </a:prstGeom>
          <a:noFill/>
        </p:spPr>
        <p:txBody>
          <a:bodyPr wrap="square" lIns="0" tIns="0" rIns="0" bIns="0" anchor="t">
            <a:spAutoFit/>
          </a:bodyPr>
          <a:lstStyle/>
          <a:p>
            <a:pPr algn="l"/>
            <a:r>
              <a:rPr sz="1300" b="1" i="0" spc="80">
                <a:solidFill>
                  <a:srgbClr val="E87A1E"/>
                </a:solidFill>
                <a:latin typeface="Arial"/>
              </a:rPr>
              <a:t>WHAT IT ADDS</a:t>
            </a:r>
          </a:p>
        </p:txBody>
      </p:sp>
      <p:sp>
        <p:nvSpPr>
          <p:cNvPr id="16" name="TextBox 15"/>
          <p:cNvSpPr txBox="1"/>
          <p:nvPr/>
        </p:nvSpPr>
        <p:spPr>
          <a:xfrm>
            <a:off x="8549640" y="3749040"/>
            <a:ext cx="3099816" cy="2057400"/>
          </a:xfrm>
          <a:prstGeom prst="rect">
            <a:avLst/>
          </a:prstGeom>
          <a:noFill/>
        </p:spPr>
        <p:txBody>
          <a:bodyPr wrap="square" lIns="0" tIns="0" rIns="0" bIns="0" anchor="t">
            <a:spAutoFit/>
          </a:bodyPr>
          <a:lstStyle/>
          <a:p>
            <a:pPr algn="l"/>
            <a:r>
              <a:rPr sz="1300" b="0" i="0">
                <a:solidFill>
                  <a:srgbClr val="202833"/>
                </a:solidFill>
                <a:latin typeface="Arial"/>
              </a:rPr>
              <a:t>Early visibility of others' studies, shared baselines, stronger joint resource mobilisation, and findings that carry more weight because they are comparable.</a:t>
            </a:r>
          </a:p>
        </p:txBody>
      </p:sp>
      <p:sp>
        <p:nvSpPr>
          <p:cNvPr id="17" name="TextBox 16"/>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8A97A5"/>
                </a:solidFill>
                <a:latin typeface="Arial"/>
              </a:rP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502920"/>
            <a:ext cx="502920"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722376"/>
            <a:ext cx="10789920" cy="415498"/>
          </a:xfrm>
          <a:prstGeom prst="rect">
            <a:avLst/>
          </a:prstGeom>
          <a:noFill/>
        </p:spPr>
        <p:txBody>
          <a:bodyPr wrap="square" lIns="0" tIns="0" rIns="0" bIns="0" anchor="t">
            <a:spAutoFit/>
          </a:bodyPr>
          <a:lstStyle/>
          <a:p>
            <a:pPr algn="l"/>
            <a:r>
              <a:rPr lang="en-GB" sz="2700" b="1" i="0" dirty="0">
                <a:solidFill>
                  <a:srgbClr val="0E2A4E"/>
                </a:solidFill>
                <a:latin typeface="Arial"/>
              </a:rPr>
              <a:t>Agenda key</a:t>
            </a:r>
            <a:r>
              <a:rPr sz="2700" b="1" i="0" dirty="0">
                <a:solidFill>
                  <a:srgbClr val="0E2A4E"/>
                </a:solidFill>
                <a:latin typeface="Arial"/>
              </a:rPr>
              <a:t> objectives</a:t>
            </a:r>
          </a:p>
        </p:txBody>
      </p:sp>
      <p:sp>
        <p:nvSpPr>
          <p:cNvPr id="4" name="Rectangle 3"/>
          <p:cNvSpPr/>
          <p:nvPr/>
        </p:nvSpPr>
        <p:spPr>
          <a:xfrm>
            <a:off x="594360" y="1508760"/>
            <a:ext cx="5440680" cy="1965960"/>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508760"/>
            <a:ext cx="128016" cy="1965960"/>
          </a:xfrm>
          <a:prstGeom prst="rect">
            <a:avLst/>
          </a:prstGeom>
          <a:solidFill>
            <a:srgbClr val="2E6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783080"/>
            <a:ext cx="4800600" cy="731520"/>
          </a:xfrm>
          <a:prstGeom prst="rect">
            <a:avLst/>
          </a:prstGeom>
          <a:noFill/>
        </p:spPr>
        <p:txBody>
          <a:bodyPr wrap="square" lIns="0" tIns="0" rIns="0" bIns="0" anchor="t">
            <a:spAutoFit/>
          </a:bodyPr>
          <a:lstStyle/>
          <a:p>
            <a:pPr algn="l"/>
            <a:r>
              <a:rPr sz="1600" b="1" i="0">
                <a:solidFill>
                  <a:srgbClr val="0E2A4E"/>
                </a:solidFill>
                <a:latin typeface="Arial"/>
              </a:rPr>
              <a:t>Roadmap for evidence building</a:t>
            </a:r>
          </a:p>
        </p:txBody>
      </p:sp>
      <p:sp>
        <p:nvSpPr>
          <p:cNvPr id="7" name="TextBox 6"/>
          <p:cNvSpPr txBox="1"/>
          <p:nvPr/>
        </p:nvSpPr>
        <p:spPr>
          <a:xfrm>
            <a:off x="960120" y="2468880"/>
            <a:ext cx="4800600" cy="914400"/>
          </a:xfrm>
          <a:prstGeom prst="rect">
            <a:avLst/>
          </a:prstGeom>
          <a:noFill/>
        </p:spPr>
        <p:txBody>
          <a:bodyPr wrap="square" lIns="0" tIns="0" rIns="0" bIns="0" anchor="t">
            <a:spAutoFit/>
          </a:bodyPr>
          <a:lstStyle/>
          <a:p>
            <a:pPr algn="l"/>
            <a:r>
              <a:rPr sz="1300" b="0" i="0">
                <a:solidFill>
                  <a:srgbClr val="202833"/>
                </a:solidFill>
                <a:latin typeface="Arial"/>
              </a:rPr>
              <a:t>An overarching framework that builds on and complements existing work rather than duplicating it.</a:t>
            </a:r>
          </a:p>
        </p:txBody>
      </p:sp>
      <p:sp>
        <p:nvSpPr>
          <p:cNvPr id="8" name="Rectangle 7"/>
          <p:cNvSpPr/>
          <p:nvPr/>
        </p:nvSpPr>
        <p:spPr>
          <a:xfrm>
            <a:off x="6309360" y="1508760"/>
            <a:ext cx="5440680" cy="1965960"/>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309360" y="1508760"/>
            <a:ext cx="128016" cy="1965960"/>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675120" y="1783080"/>
            <a:ext cx="4800600" cy="731520"/>
          </a:xfrm>
          <a:prstGeom prst="rect">
            <a:avLst/>
          </a:prstGeom>
          <a:noFill/>
        </p:spPr>
        <p:txBody>
          <a:bodyPr wrap="square" lIns="0" tIns="0" rIns="0" bIns="0" anchor="t">
            <a:spAutoFit/>
          </a:bodyPr>
          <a:lstStyle/>
          <a:p>
            <a:pPr algn="l"/>
            <a:r>
              <a:rPr sz="1600" b="1" i="0">
                <a:solidFill>
                  <a:srgbClr val="0E2A4E"/>
                </a:solidFill>
                <a:latin typeface="Arial"/>
              </a:rPr>
              <a:t>Shared reference for progress &amp; expectations</a:t>
            </a:r>
          </a:p>
        </p:txBody>
      </p:sp>
      <p:sp>
        <p:nvSpPr>
          <p:cNvPr id="11" name="TextBox 10"/>
          <p:cNvSpPr txBox="1"/>
          <p:nvPr/>
        </p:nvSpPr>
        <p:spPr>
          <a:xfrm>
            <a:off x="6675120" y="2468880"/>
            <a:ext cx="4800600" cy="914400"/>
          </a:xfrm>
          <a:prstGeom prst="rect">
            <a:avLst/>
          </a:prstGeom>
          <a:noFill/>
        </p:spPr>
        <p:txBody>
          <a:bodyPr wrap="square" lIns="0" tIns="0" rIns="0" bIns="0" anchor="t">
            <a:spAutoFit/>
          </a:bodyPr>
          <a:lstStyle/>
          <a:p>
            <a:pPr algn="l"/>
            <a:r>
              <a:rPr sz="1300" b="0" i="0">
                <a:solidFill>
                  <a:srgbClr val="202833"/>
                </a:solidFill>
                <a:latin typeface="Arial"/>
              </a:rPr>
              <a:t>A common view of what is known, what remains open, and what AA can and cannot realistically achieve.</a:t>
            </a:r>
          </a:p>
        </p:txBody>
      </p:sp>
      <p:sp>
        <p:nvSpPr>
          <p:cNvPr id="12" name="Rectangle 11"/>
          <p:cNvSpPr/>
          <p:nvPr/>
        </p:nvSpPr>
        <p:spPr>
          <a:xfrm>
            <a:off x="594360" y="3730752"/>
            <a:ext cx="5440680" cy="1965960"/>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94360" y="3730752"/>
            <a:ext cx="128016" cy="196596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4005072"/>
            <a:ext cx="4800600" cy="731520"/>
          </a:xfrm>
          <a:prstGeom prst="rect">
            <a:avLst/>
          </a:prstGeom>
          <a:noFill/>
        </p:spPr>
        <p:txBody>
          <a:bodyPr wrap="square" lIns="0" tIns="0" rIns="0" bIns="0" anchor="t">
            <a:spAutoFit/>
          </a:bodyPr>
          <a:lstStyle/>
          <a:p>
            <a:pPr algn="l"/>
            <a:r>
              <a:rPr sz="1600" b="1" i="0">
                <a:solidFill>
                  <a:srgbClr val="0E2A4E"/>
                </a:solidFill>
                <a:latin typeface="Arial"/>
              </a:rPr>
              <a:t>A bridge from evidence to action</a:t>
            </a:r>
          </a:p>
        </p:txBody>
      </p:sp>
      <p:sp>
        <p:nvSpPr>
          <p:cNvPr id="15" name="TextBox 14"/>
          <p:cNvSpPr txBox="1"/>
          <p:nvPr/>
        </p:nvSpPr>
        <p:spPr>
          <a:xfrm>
            <a:off x="960120" y="4690872"/>
            <a:ext cx="4800600" cy="914400"/>
          </a:xfrm>
          <a:prstGeom prst="rect">
            <a:avLst/>
          </a:prstGeom>
          <a:noFill/>
        </p:spPr>
        <p:txBody>
          <a:bodyPr wrap="square" lIns="0" tIns="0" rIns="0" bIns="0" anchor="t">
            <a:spAutoFit/>
          </a:bodyPr>
          <a:lstStyle/>
          <a:p>
            <a:pPr algn="l"/>
            <a:r>
              <a:rPr sz="1300" b="0" i="0">
                <a:solidFill>
                  <a:srgbClr val="202833"/>
                </a:solidFill>
                <a:latin typeface="Arial"/>
              </a:rPr>
              <a:t>Putting both existing and new findings to work in programme design, financing and policy.</a:t>
            </a:r>
          </a:p>
        </p:txBody>
      </p:sp>
      <p:sp>
        <p:nvSpPr>
          <p:cNvPr id="16" name="Rectangle 15"/>
          <p:cNvSpPr/>
          <p:nvPr/>
        </p:nvSpPr>
        <p:spPr>
          <a:xfrm>
            <a:off x="6309360" y="3730752"/>
            <a:ext cx="5440680" cy="1965960"/>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09360" y="3730752"/>
            <a:ext cx="128016" cy="1965960"/>
          </a:xfrm>
          <a:prstGeom prst="rect">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0" y="4005072"/>
            <a:ext cx="4800600" cy="731520"/>
          </a:xfrm>
          <a:prstGeom prst="rect">
            <a:avLst/>
          </a:prstGeom>
          <a:noFill/>
        </p:spPr>
        <p:txBody>
          <a:bodyPr wrap="square" lIns="0" tIns="0" rIns="0" bIns="0" anchor="t">
            <a:spAutoFit/>
          </a:bodyPr>
          <a:lstStyle/>
          <a:p>
            <a:pPr algn="l"/>
            <a:r>
              <a:rPr sz="1600" b="1" i="0">
                <a:solidFill>
                  <a:srgbClr val="0E2A4E"/>
                </a:solidFill>
                <a:latin typeface="Arial"/>
              </a:rPr>
              <a:t>A lever for mobilising resources</a:t>
            </a:r>
          </a:p>
        </p:txBody>
      </p:sp>
      <p:sp>
        <p:nvSpPr>
          <p:cNvPr id="19" name="TextBox 18"/>
          <p:cNvSpPr txBox="1"/>
          <p:nvPr/>
        </p:nvSpPr>
        <p:spPr>
          <a:xfrm>
            <a:off x="6675120" y="4690872"/>
            <a:ext cx="4800600" cy="914400"/>
          </a:xfrm>
          <a:prstGeom prst="rect">
            <a:avLst/>
          </a:prstGeom>
          <a:noFill/>
        </p:spPr>
        <p:txBody>
          <a:bodyPr wrap="square" lIns="0" tIns="0" rIns="0" bIns="0" anchor="t">
            <a:spAutoFit/>
          </a:bodyPr>
          <a:lstStyle/>
          <a:p>
            <a:pPr algn="l"/>
            <a:r>
              <a:rPr sz="1300" b="0" i="0">
                <a:solidFill>
                  <a:srgbClr val="202833"/>
                </a:solidFill>
                <a:latin typeface="Arial"/>
              </a:rPr>
              <a:t>Partners pool effort and use each other's commitments to attract funding — without necessarily pooling budgets.</a:t>
            </a:r>
          </a:p>
        </p:txBody>
      </p:sp>
      <p:sp>
        <p:nvSpPr>
          <p:cNvPr id="20" name="TextBox 19"/>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8A97A5"/>
                </a:solidFill>
                <a:latin typeface="Arial"/>
              </a:rPr>
              <a:t>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502920"/>
            <a:ext cx="502920"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722376"/>
            <a:ext cx="10789920" cy="415498"/>
          </a:xfrm>
          <a:prstGeom prst="rect">
            <a:avLst/>
          </a:prstGeom>
          <a:noFill/>
        </p:spPr>
        <p:txBody>
          <a:bodyPr wrap="square" lIns="0" tIns="0" rIns="0" bIns="0" anchor="t">
            <a:spAutoFit/>
          </a:bodyPr>
          <a:lstStyle/>
          <a:p>
            <a:pPr algn="l"/>
            <a:r>
              <a:rPr sz="2700" b="1" i="0" dirty="0">
                <a:solidFill>
                  <a:srgbClr val="0E2A4E"/>
                </a:solidFill>
                <a:latin typeface="Arial"/>
              </a:rPr>
              <a:t>Four priority gaps</a:t>
            </a:r>
            <a:r>
              <a:rPr lang="en-GB" sz="2700" b="1" i="0" dirty="0">
                <a:solidFill>
                  <a:srgbClr val="0E2A4E"/>
                </a:solidFill>
                <a:latin typeface="Arial"/>
              </a:rPr>
              <a:t> identified in the Agenda (so far)</a:t>
            </a:r>
            <a:endParaRPr sz="2700" b="1" i="0" dirty="0">
              <a:solidFill>
                <a:srgbClr val="0E2A4E"/>
              </a:solidFill>
              <a:latin typeface="Arial"/>
            </a:endParaRPr>
          </a:p>
        </p:txBody>
      </p:sp>
      <p:sp>
        <p:nvSpPr>
          <p:cNvPr id="4" name="TextBox 3"/>
          <p:cNvSpPr txBox="1"/>
          <p:nvPr/>
        </p:nvSpPr>
        <p:spPr>
          <a:xfrm>
            <a:off x="594360" y="1463040"/>
            <a:ext cx="11064240" cy="200055"/>
          </a:xfrm>
          <a:prstGeom prst="rect">
            <a:avLst/>
          </a:prstGeom>
          <a:noFill/>
        </p:spPr>
        <p:txBody>
          <a:bodyPr wrap="square" lIns="0" tIns="0" rIns="0" bIns="0" anchor="t">
            <a:spAutoFit/>
          </a:bodyPr>
          <a:lstStyle/>
          <a:p>
            <a:pPr algn="l"/>
            <a:r>
              <a:rPr sz="1300" b="0" i="1" dirty="0">
                <a:solidFill>
                  <a:srgbClr val="556678"/>
                </a:solidFill>
                <a:latin typeface="Arial"/>
              </a:rPr>
              <a:t>An initial, evolving set</a:t>
            </a:r>
            <a:r>
              <a:rPr lang="en-GB" sz="1300" b="0" i="1" dirty="0">
                <a:solidFill>
                  <a:srgbClr val="556678"/>
                </a:solidFill>
                <a:latin typeface="Arial"/>
              </a:rPr>
              <a:t>.</a:t>
            </a:r>
            <a:r>
              <a:rPr sz="1300" b="0" i="1" dirty="0">
                <a:solidFill>
                  <a:srgbClr val="556678"/>
                </a:solidFill>
                <a:latin typeface="Arial"/>
              </a:rPr>
              <a:t> a starting point to be refined with the community, not a fixed scope.</a:t>
            </a:r>
          </a:p>
        </p:txBody>
      </p:sp>
      <p:sp>
        <p:nvSpPr>
          <p:cNvPr id="5" name="Rectangle 4"/>
          <p:cNvSpPr/>
          <p:nvPr/>
        </p:nvSpPr>
        <p:spPr>
          <a:xfrm>
            <a:off x="594360" y="1920240"/>
            <a:ext cx="5440680" cy="1783080"/>
          </a:xfrm>
          <a:prstGeom prst="rect">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920240"/>
            <a:ext cx="128016" cy="1783080"/>
          </a:xfrm>
          <a:prstGeom prst="rect">
            <a:avLst/>
          </a:prstGeom>
          <a:solidFill>
            <a:srgbClr val="2E6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103120"/>
            <a:ext cx="4800600" cy="274320"/>
          </a:xfrm>
          <a:prstGeom prst="rect">
            <a:avLst/>
          </a:prstGeom>
          <a:noFill/>
        </p:spPr>
        <p:txBody>
          <a:bodyPr wrap="square" lIns="0" tIns="0" rIns="0" bIns="0" anchor="t">
            <a:spAutoFit/>
          </a:bodyPr>
          <a:lstStyle/>
          <a:p>
            <a:pPr algn="l"/>
            <a:r>
              <a:rPr sz="1150" b="1" i="0" spc="120">
                <a:solidFill>
                  <a:srgbClr val="2E6B9E"/>
                </a:solidFill>
                <a:latin typeface="Arial"/>
              </a:rPr>
              <a:t>GAP 1</a:t>
            </a:r>
          </a:p>
        </p:txBody>
      </p:sp>
      <p:sp>
        <p:nvSpPr>
          <p:cNvPr id="8" name="TextBox 7"/>
          <p:cNvSpPr txBox="1"/>
          <p:nvPr/>
        </p:nvSpPr>
        <p:spPr>
          <a:xfrm>
            <a:off x="960120" y="2395728"/>
            <a:ext cx="4800600" cy="502920"/>
          </a:xfrm>
          <a:prstGeom prst="rect">
            <a:avLst/>
          </a:prstGeom>
          <a:noFill/>
        </p:spPr>
        <p:txBody>
          <a:bodyPr wrap="square" lIns="0" tIns="0" rIns="0" bIns="0" anchor="t">
            <a:spAutoFit/>
          </a:bodyPr>
          <a:lstStyle/>
          <a:p>
            <a:pPr algn="l"/>
            <a:r>
              <a:rPr sz="1500" b="1" i="0">
                <a:solidFill>
                  <a:srgbClr val="0E2A4E"/>
                </a:solidFill>
                <a:latin typeface="Arial"/>
              </a:rPr>
              <a:t>Conditions under which AA works best</a:t>
            </a:r>
          </a:p>
        </p:txBody>
      </p:sp>
      <p:sp>
        <p:nvSpPr>
          <p:cNvPr id="9" name="TextBox 8"/>
          <p:cNvSpPr txBox="1"/>
          <p:nvPr/>
        </p:nvSpPr>
        <p:spPr>
          <a:xfrm>
            <a:off x="960120" y="2907792"/>
            <a:ext cx="4800600" cy="685800"/>
          </a:xfrm>
          <a:prstGeom prst="rect">
            <a:avLst/>
          </a:prstGeom>
          <a:noFill/>
        </p:spPr>
        <p:txBody>
          <a:bodyPr wrap="square" lIns="0" tIns="0" rIns="0" bIns="0" anchor="t">
            <a:spAutoFit/>
          </a:bodyPr>
          <a:lstStyle/>
          <a:p>
            <a:pPr algn="l"/>
            <a:r>
              <a:rPr sz="1200" b="0" i="0">
                <a:solidFill>
                  <a:srgbClr val="202833"/>
                </a:solidFill>
                <a:latin typeface="Arial"/>
              </a:rPr>
              <a:t>Timing and sequencing, cash vs in-kind and multi-sectoral packages, which design features drive outcomes.</a:t>
            </a:r>
          </a:p>
        </p:txBody>
      </p:sp>
      <p:sp>
        <p:nvSpPr>
          <p:cNvPr id="10" name="Rectangle 9"/>
          <p:cNvSpPr/>
          <p:nvPr/>
        </p:nvSpPr>
        <p:spPr>
          <a:xfrm>
            <a:off x="6309360" y="1920240"/>
            <a:ext cx="5440680" cy="1783080"/>
          </a:xfrm>
          <a:prstGeom prst="rect">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309360" y="1920240"/>
            <a:ext cx="128016" cy="1783080"/>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0" y="2103120"/>
            <a:ext cx="4800600" cy="274320"/>
          </a:xfrm>
          <a:prstGeom prst="rect">
            <a:avLst/>
          </a:prstGeom>
          <a:noFill/>
        </p:spPr>
        <p:txBody>
          <a:bodyPr wrap="square" lIns="0" tIns="0" rIns="0" bIns="0" anchor="t">
            <a:spAutoFit/>
          </a:bodyPr>
          <a:lstStyle/>
          <a:p>
            <a:pPr algn="l"/>
            <a:r>
              <a:rPr sz="1150" b="1" i="0" spc="120">
                <a:solidFill>
                  <a:srgbClr val="2E7D46"/>
                </a:solidFill>
                <a:latin typeface="Arial"/>
              </a:rPr>
              <a:t>GAP 2</a:t>
            </a:r>
          </a:p>
        </p:txBody>
      </p:sp>
      <p:sp>
        <p:nvSpPr>
          <p:cNvPr id="13" name="TextBox 12"/>
          <p:cNvSpPr txBox="1"/>
          <p:nvPr/>
        </p:nvSpPr>
        <p:spPr>
          <a:xfrm>
            <a:off x="6675120" y="2395728"/>
            <a:ext cx="4800600" cy="502920"/>
          </a:xfrm>
          <a:prstGeom prst="rect">
            <a:avLst/>
          </a:prstGeom>
          <a:noFill/>
        </p:spPr>
        <p:txBody>
          <a:bodyPr wrap="square" lIns="0" tIns="0" rIns="0" bIns="0" anchor="t">
            <a:spAutoFit/>
          </a:bodyPr>
          <a:lstStyle/>
          <a:p>
            <a:pPr algn="l"/>
            <a:r>
              <a:rPr sz="1500" b="1" i="0">
                <a:solidFill>
                  <a:srgbClr val="0E2A4E"/>
                </a:solidFill>
                <a:latin typeface="Arial"/>
              </a:rPr>
              <a:t>Linkages with long-term outcomes &amp; resilience</a:t>
            </a:r>
          </a:p>
        </p:txBody>
      </p:sp>
      <p:sp>
        <p:nvSpPr>
          <p:cNvPr id="14" name="TextBox 13"/>
          <p:cNvSpPr txBox="1"/>
          <p:nvPr/>
        </p:nvSpPr>
        <p:spPr>
          <a:xfrm>
            <a:off x="6675120" y="2907792"/>
            <a:ext cx="4800600" cy="685800"/>
          </a:xfrm>
          <a:prstGeom prst="rect">
            <a:avLst/>
          </a:prstGeom>
          <a:noFill/>
        </p:spPr>
        <p:txBody>
          <a:bodyPr wrap="square" lIns="0" tIns="0" rIns="0" bIns="0" anchor="t">
            <a:spAutoFit/>
          </a:bodyPr>
          <a:lstStyle/>
          <a:p>
            <a:pPr algn="l"/>
            <a:r>
              <a:rPr sz="1200" b="0" i="0">
                <a:solidFill>
                  <a:srgbClr val="202833"/>
                </a:solidFill>
                <a:latin typeface="Arial"/>
              </a:rPr>
              <a:t>Whether gains last through the season and across repeated shocks, and how they connect to resilience.</a:t>
            </a:r>
          </a:p>
        </p:txBody>
      </p:sp>
      <p:sp>
        <p:nvSpPr>
          <p:cNvPr id="15" name="Rectangle 14"/>
          <p:cNvSpPr/>
          <p:nvPr/>
        </p:nvSpPr>
        <p:spPr>
          <a:xfrm>
            <a:off x="594360" y="3931920"/>
            <a:ext cx="5440680" cy="1783080"/>
          </a:xfrm>
          <a:prstGeom prst="rect">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4360" y="3931920"/>
            <a:ext cx="128016" cy="178308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4114800"/>
            <a:ext cx="4800600" cy="274320"/>
          </a:xfrm>
          <a:prstGeom prst="rect">
            <a:avLst/>
          </a:prstGeom>
          <a:noFill/>
        </p:spPr>
        <p:txBody>
          <a:bodyPr wrap="square" lIns="0" tIns="0" rIns="0" bIns="0" anchor="t">
            <a:spAutoFit/>
          </a:bodyPr>
          <a:lstStyle/>
          <a:p>
            <a:pPr algn="l"/>
            <a:r>
              <a:rPr sz="1150" b="1" i="0" spc="120">
                <a:solidFill>
                  <a:srgbClr val="E87A1E"/>
                </a:solidFill>
                <a:latin typeface="Arial"/>
              </a:rPr>
              <a:t>GAP 3</a:t>
            </a:r>
          </a:p>
        </p:txBody>
      </p:sp>
      <p:sp>
        <p:nvSpPr>
          <p:cNvPr id="18" name="TextBox 17"/>
          <p:cNvSpPr txBox="1"/>
          <p:nvPr/>
        </p:nvSpPr>
        <p:spPr>
          <a:xfrm>
            <a:off x="960120" y="4407408"/>
            <a:ext cx="4800600" cy="502920"/>
          </a:xfrm>
          <a:prstGeom prst="rect">
            <a:avLst/>
          </a:prstGeom>
          <a:noFill/>
        </p:spPr>
        <p:txBody>
          <a:bodyPr wrap="square" lIns="0" tIns="0" rIns="0" bIns="0" anchor="t">
            <a:spAutoFit/>
          </a:bodyPr>
          <a:lstStyle/>
          <a:p>
            <a:pPr algn="l"/>
            <a:r>
              <a:rPr sz="1500" b="1" i="0">
                <a:solidFill>
                  <a:srgbClr val="0E2A4E"/>
                </a:solidFill>
                <a:latin typeface="Arial"/>
              </a:rPr>
              <a:t>Cost-effectiveness &amp; value for money</a:t>
            </a:r>
          </a:p>
        </p:txBody>
      </p:sp>
      <p:sp>
        <p:nvSpPr>
          <p:cNvPr id="19" name="TextBox 18"/>
          <p:cNvSpPr txBox="1"/>
          <p:nvPr/>
        </p:nvSpPr>
        <p:spPr>
          <a:xfrm>
            <a:off x="960120" y="4919472"/>
            <a:ext cx="4800600" cy="685800"/>
          </a:xfrm>
          <a:prstGeom prst="rect">
            <a:avLst/>
          </a:prstGeom>
          <a:noFill/>
        </p:spPr>
        <p:txBody>
          <a:bodyPr wrap="square" lIns="0" tIns="0" rIns="0" bIns="0" anchor="t">
            <a:spAutoFit/>
          </a:bodyPr>
          <a:lstStyle/>
          <a:p>
            <a:pPr algn="l"/>
            <a:r>
              <a:rPr sz="1200" b="0" i="0">
                <a:solidFill>
                  <a:srgbClr val="202833"/>
                </a:solidFill>
                <a:latin typeface="Arial"/>
              </a:rPr>
              <a:t>A common method for avoided losses, added benefits, and the full costs of readiness and delivery.</a:t>
            </a:r>
          </a:p>
        </p:txBody>
      </p:sp>
      <p:sp>
        <p:nvSpPr>
          <p:cNvPr id="20" name="Rectangle 19"/>
          <p:cNvSpPr/>
          <p:nvPr/>
        </p:nvSpPr>
        <p:spPr>
          <a:xfrm>
            <a:off x="6309360" y="3931920"/>
            <a:ext cx="5440680" cy="1783080"/>
          </a:xfrm>
          <a:prstGeom prst="rect">
            <a:avLst/>
          </a:prstGeom>
          <a:solidFill>
            <a:srgbClr val="FFFFFF"/>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309360" y="3931920"/>
            <a:ext cx="128016" cy="1783080"/>
          </a:xfrm>
          <a:prstGeom prst="rect">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75120" y="4114800"/>
            <a:ext cx="4800600" cy="274320"/>
          </a:xfrm>
          <a:prstGeom prst="rect">
            <a:avLst/>
          </a:prstGeom>
          <a:noFill/>
        </p:spPr>
        <p:txBody>
          <a:bodyPr wrap="square" lIns="0" tIns="0" rIns="0" bIns="0" anchor="t">
            <a:spAutoFit/>
          </a:bodyPr>
          <a:lstStyle/>
          <a:p>
            <a:pPr algn="l"/>
            <a:r>
              <a:rPr sz="1150" b="1" i="0" spc="120">
                <a:solidFill>
                  <a:srgbClr val="0E2A4E"/>
                </a:solidFill>
                <a:latin typeface="Arial"/>
              </a:rPr>
              <a:t>GAP 4</a:t>
            </a:r>
          </a:p>
        </p:txBody>
      </p:sp>
      <p:sp>
        <p:nvSpPr>
          <p:cNvPr id="23" name="TextBox 22"/>
          <p:cNvSpPr txBox="1"/>
          <p:nvPr/>
        </p:nvSpPr>
        <p:spPr>
          <a:xfrm>
            <a:off x="6675120" y="4407408"/>
            <a:ext cx="4800600" cy="502920"/>
          </a:xfrm>
          <a:prstGeom prst="rect">
            <a:avLst/>
          </a:prstGeom>
          <a:noFill/>
        </p:spPr>
        <p:txBody>
          <a:bodyPr wrap="square" lIns="0" tIns="0" rIns="0" bIns="0" anchor="t">
            <a:spAutoFit/>
          </a:bodyPr>
          <a:lstStyle/>
          <a:p>
            <a:pPr algn="l"/>
            <a:r>
              <a:rPr sz="1500" b="1" i="0">
                <a:solidFill>
                  <a:srgbClr val="0E2A4E"/>
                </a:solidFill>
                <a:latin typeface="Arial"/>
              </a:rPr>
              <a:t>Coverage</a:t>
            </a:r>
          </a:p>
        </p:txBody>
      </p:sp>
      <p:sp>
        <p:nvSpPr>
          <p:cNvPr id="24" name="TextBox 23"/>
          <p:cNvSpPr txBox="1"/>
          <p:nvPr/>
        </p:nvSpPr>
        <p:spPr>
          <a:xfrm>
            <a:off x="6675120" y="4919472"/>
            <a:ext cx="4800600" cy="685800"/>
          </a:xfrm>
          <a:prstGeom prst="rect">
            <a:avLst/>
          </a:prstGeom>
          <a:noFill/>
        </p:spPr>
        <p:txBody>
          <a:bodyPr wrap="square" lIns="0" tIns="0" rIns="0" bIns="0" anchor="t">
            <a:spAutoFit/>
          </a:bodyPr>
          <a:lstStyle/>
          <a:p>
            <a:pPr algn="l"/>
            <a:r>
              <a:rPr sz="1200" b="0" i="0">
                <a:solidFill>
                  <a:srgbClr val="202833"/>
                </a:solidFill>
                <a:latin typeface="Arial"/>
              </a:rPr>
              <a:t>Deliberately diversifying the evidence base — multi-hazard settings, under-represented regions and livelihoods.</a:t>
            </a:r>
          </a:p>
        </p:txBody>
      </p:sp>
      <p:sp>
        <p:nvSpPr>
          <p:cNvPr id="25" name="TextBox 24"/>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8A97A5"/>
                </a:solidFill>
                <a:latin typeface="Arial"/>
              </a:rPr>
              <a:t>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502920"/>
            <a:ext cx="502920"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000517"/>
            <a:ext cx="10789920" cy="415498"/>
          </a:xfrm>
          <a:prstGeom prst="rect">
            <a:avLst/>
          </a:prstGeom>
          <a:noFill/>
        </p:spPr>
        <p:txBody>
          <a:bodyPr wrap="square" lIns="0" tIns="0" rIns="0" bIns="0" anchor="t">
            <a:spAutoFit/>
          </a:bodyPr>
          <a:lstStyle/>
          <a:p>
            <a:pPr algn="l"/>
            <a:r>
              <a:rPr lang="en-GB" sz="2700" b="1" i="0" dirty="0">
                <a:solidFill>
                  <a:srgbClr val="0E2A4E"/>
                </a:solidFill>
                <a:latin typeface="Arial"/>
              </a:rPr>
              <a:t>Agenda proposition on </a:t>
            </a:r>
            <a:r>
              <a:rPr lang="en-GB" sz="2700" b="1" dirty="0">
                <a:solidFill>
                  <a:srgbClr val="0E2A4E"/>
                </a:solidFill>
                <a:latin typeface="Arial"/>
              </a:rPr>
              <a:t>h</a:t>
            </a:r>
            <a:r>
              <a:rPr sz="2700" b="1" i="0" dirty="0">
                <a:solidFill>
                  <a:srgbClr val="0E2A4E"/>
                </a:solidFill>
                <a:latin typeface="Arial"/>
              </a:rPr>
              <a:t>ow studies are chosen and conducted</a:t>
            </a:r>
          </a:p>
        </p:txBody>
      </p:sp>
      <p:sp>
        <p:nvSpPr>
          <p:cNvPr id="4" name="Oval 3"/>
          <p:cNvSpPr/>
          <p:nvPr/>
        </p:nvSpPr>
        <p:spPr>
          <a:xfrm>
            <a:off x="594360" y="1840461"/>
            <a:ext cx="137160" cy="13716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785597"/>
            <a:ext cx="10607040" cy="658368"/>
          </a:xfrm>
          <a:prstGeom prst="rect">
            <a:avLst/>
          </a:prstGeom>
          <a:noFill/>
        </p:spPr>
        <p:txBody>
          <a:bodyPr wrap="square" lIns="0" tIns="0" rIns="0" bIns="0" anchor="t">
            <a:spAutoFit/>
          </a:bodyPr>
          <a:lstStyle/>
          <a:p>
            <a:pPr algn="l"/>
            <a:r>
              <a:rPr sz="1450" b="1" i="0">
                <a:solidFill>
                  <a:srgbClr val="0E2A4E"/>
                </a:solidFill>
                <a:latin typeface="Arial"/>
              </a:rPr>
              <a:t>Decision-relevant.  </a:t>
            </a:r>
            <a:r>
              <a:rPr sz="1300" b="0" i="0">
                <a:solidFill>
                  <a:srgbClr val="202833"/>
                </a:solidFill>
                <a:latin typeface="Arial"/>
              </a:rPr>
              <a:t>Each study starts from the decision it must inform, not from the method.</a:t>
            </a:r>
          </a:p>
        </p:txBody>
      </p:sp>
      <p:sp>
        <p:nvSpPr>
          <p:cNvPr id="6" name="Oval 5"/>
          <p:cNvSpPr/>
          <p:nvPr/>
        </p:nvSpPr>
        <p:spPr>
          <a:xfrm>
            <a:off x="594360" y="2571981"/>
            <a:ext cx="137160" cy="13716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517117"/>
            <a:ext cx="10607040" cy="658368"/>
          </a:xfrm>
          <a:prstGeom prst="rect">
            <a:avLst/>
          </a:prstGeom>
          <a:noFill/>
        </p:spPr>
        <p:txBody>
          <a:bodyPr wrap="square" lIns="0" tIns="0" rIns="0" bIns="0" anchor="t">
            <a:spAutoFit/>
          </a:bodyPr>
          <a:lstStyle/>
          <a:p>
            <a:pPr algn="l"/>
            <a:r>
              <a:rPr sz="1450" b="1" i="0">
                <a:solidFill>
                  <a:srgbClr val="0E2A4E"/>
                </a:solidFill>
                <a:latin typeface="Arial"/>
              </a:rPr>
              <a:t>Build on what exists.  </a:t>
            </a:r>
            <a:r>
              <a:rPr sz="1300" b="0" i="0">
                <a:solidFill>
                  <a:srgbClr val="202833"/>
                </a:solidFill>
                <a:latin typeface="Arial"/>
              </a:rPr>
              <a:t>Existing evidence is used and put to work before new studies are commissioned.</a:t>
            </a:r>
          </a:p>
        </p:txBody>
      </p:sp>
      <p:sp>
        <p:nvSpPr>
          <p:cNvPr id="8" name="Oval 7"/>
          <p:cNvSpPr/>
          <p:nvPr/>
        </p:nvSpPr>
        <p:spPr>
          <a:xfrm>
            <a:off x="594360" y="3303501"/>
            <a:ext cx="137160" cy="13716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248637"/>
            <a:ext cx="10607040" cy="658368"/>
          </a:xfrm>
          <a:prstGeom prst="rect">
            <a:avLst/>
          </a:prstGeom>
          <a:noFill/>
        </p:spPr>
        <p:txBody>
          <a:bodyPr wrap="square" lIns="0" tIns="0" rIns="0" bIns="0" anchor="t">
            <a:spAutoFit/>
          </a:bodyPr>
          <a:lstStyle/>
          <a:p>
            <a:pPr algn="l"/>
            <a:r>
              <a:rPr sz="1450" b="1" i="0">
                <a:solidFill>
                  <a:srgbClr val="0E2A4E"/>
                </a:solidFill>
                <a:latin typeface="Arial"/>
              </a:rPr>
              <a:t>Transparent, tiered rigour.  </a:t>
            </a:r>
            <a:r>
              <a:rPr sz="1300" b="0" i="0">
                <a:solidFill>
                  <a:srgbClr val="202833"/>
                </a:solidFill>
                <a:latin typeface="Arial"/>
              </a:rPr>
              <a:t>Most rigorous methods where feasible, robust alternatives elsewhere — stated openly, not pooled as equivalent.</a:t>
            </a:r>
          </a:p>
        </p:txBody>
      </p:sp>
      <p:sp>
        <p:nvSpPr>
          <p:cNvPr id="10" name="Oval 9"/>
          <p:cNvSpPr/>
          <p:nvPr/>
        </p:nvSpPr>
        <p:spPr>
          <a:xfrm>
            <a:off x="594360" y="4035021"/>
            <a:ext cx="137160" cy="13716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980157"/>
            <a:ext cx="10607040" cy="658368"/>
          </a:xfrm>
          <a:prstGeom prst="rect">
            <a:avLst/>
          </a:prstGeom>
          <a:noFill/>
        </p:spPr>
        <p:txBody>
          <a:bodyPr wrap="square" lIns="0" tIns="0" rIns="0" bIns="0" anchor="t">
            <a:spAutoFit/>
          </a:bodyPr>
          <a:lstStyle/>
          <a:p>
            <a:pPr algn="l"/>
            <a:r>
              <a:rPr sz="1450" b="1" i="0">
                <a:solidFill>
                  <a:srgbClr val="0E2A4E"/>
                </a:solidFill>
                <a:latin typeface="Arial"/>
              </a:rPr>
              <a:t>Comparable by design.  </a:t>
            </a:r>
            <a:r>
              <a:rPr sz="1300" b="0" i="0">
                <a:solidFill>
                  <a:srgbClr val="202833"/>
                </a:solidFill>
                <a:latin typeface="Arial"/>
              </a:rPr>
              <a:t>Common measurement module applied where feasible; key context documented so findings travel.</a:t>
            </a:r>
          </a:p>
        </p:txBody>
      </p:sp>
      <p:sp>
        <p:nvSpPr>
          <p:cNvPr id="12" name="Oval 11"/>
          <p:cNvSpPr/>
          <p:nvPr/>
        </p:nvSpPr>
        <p:spPr>
          <a:xfrm>
            <a:off x="594360" y="4766541"/>
            <a:ext cx="137160" cy="13716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711677"/>
            <a:ext cx="10607040" cy="658368"/>
          </a:xfrm>
          <a:prstGeom prst="rect">
            <a:avLst/>
          </a:prstGeom>
          <a:noFill/>
        </p:spPr>
        <p:txBody>
          <a:bodyPr wrap="square" lIns="0" tIns="0" rIns="0" bIns="0" anchor="t">
            <a:spAutoFit/>
          </a:bodyPr>
          <a:lstStyle/>
          <a:p>
            <a:pPr algn="l"/>
            <a:r>
              <a:rPr sz="1450" b="1" i="0" dirty="0">
                <a:solidFill>
                  <a:srgbClr val="0E2A4E"/>
                </a:solidFill>
                <a:latin typeface="Arial"/>
              </a:rPr>
              <a:t>Proportionate &amp; ethical.  </a:t>
            </a:r>
            <a:r>
              <a:rPr sz="1300" b="0" i="0" dirty="0">
                <a:solidFill>
                  <a:srgbClr val="202833"/>
                </a:solidFill>
                <a:latin typeface="Arial"/>
              </a:rPr>
              <a:t>Data collection limited to what is needed; communities treated as partners, not only respondents.</a:t>
            </a:r>
          </a:p>
        </p:txBody>
      </p:sp>
      <p:sp>
        <p:nvSpPr>
          <p:cNvPr id="16" name="TextBox 15"/>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8A97A5"/>
                </a:solidFill>
                <a:latin typeface="Arial"/>
              </a:rPr>
              <a:t>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502920"/>
            <a:ext cx="502920"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658368"/>
            <a:ext cx="10789920" cy="1188720"/>
          </a:xfrm>
          <a:prstGeom prst="rect">
            <a:avLst/>
          </a:prstGeom>
          <a:noFill/>
        </p:spPr>
        <p:txBody>
          <a:bodyPr wrap="square" lIns="0" tIns="0" rIns="0" bIns="0" anchor="t">
            <a:spAutoFit/>
          </a:bodyPr>
          <a:lstStyle/>
          <a:p>
            <a:pPr algn="l"/>
            <a:r>
              <a:rPr sz="2700" b="1" i="0">
                <a:solidFill>
                  <a:srgbClr val="0E2A4E"/>
                </a:solidFill>
                <a:latin typeface="Arial"/>
              </a:rPr>
              <a:t>Seven actions, aligned to the gaps</a:t>
            </a:r>
          </a:p>
        </p:txBody>
      </p:sp>
      <p:sp>
        <p:nvSpPr>
          <p:cNvPr id="4" name="Rectangle 3"/>
          <p:cNvSpPr/>
          <p:nvPr/>
        </p:nvSpPr>
        <p:spPr>
          <a:xfrm>
            <a:off x="594360" y="1508760"/>
            <a:ext cx="5440680" cy="932688"/>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77240" y="1746504"/>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746504"/>
            <a:ext cx="457200" cy="457200"/>
          </a:xfrm>
          <a:prstGeom prst="rect">
            <a:avLst/>
          </a:prstGeom>
          <a:noFill/>
        </p:spPr>
        <p:txBody>
          <a:bodyPr wrap="square" lIns="0" tIns="0" rIns="0" bIns="0" anchor="ctr">
            <a:spAutoFit/>
          </a:bodyPr>
          <a:lstStyle/>
          <a:p>
            <a:pPr algn="ctr"/>
            <a:r>
              <a:rPr sz="1500" b="1" i="0">
                <a:solidFill>
                  <a:srgbClr val="FFFFFF"/>
                </a:solidFill>
                <a:latin typeface="Arial"/>
              </a:rPr>
              <a:t>1</a:t>
            </a:r>
          </a:p>
        </p:txBody>
      </p:sp>
      <p:sp>
        <p:nvSpPr>
          <p:cNvPr id="7" name="TextBox 6"/>
          <p:cNvSpPr txBox="1"/>
          <p:nvPr/>
        </p:nvSpPr>
        <p:spPr>
          <a:xfrm>
            <a:off x="1417320" y="1636776"/>
            <a:ext cx="4434840" cy="749808"/>
          </a:xfrm>
          <a:prstGeom prst="rect">
            <a:avLst/>
          </a:prstGeom>
          <a:noFill/>
        </p:spPr>
        <p:txBody>
          <a:bodyPr wrap="square" lIns="0" tIns="0" rIns="0" bIns="0" anchor="ctr">
            <a:spAutoFit/>
          </a:bodyPr>
          <a:lstStyle/>
          <a:p>
            <a:pPr algn="l"/>
            <a:r>
              <a:rPr sz="1400" b="1" i="0">
                <a:solidFill>
                  <a:srgbClr val="0E2A4E"/>
                </a:solidFill>
                <a:latin typeface="Arial"/>
              </a:rPr>
              <a:t>Critical mass of evidence</a:t>
            </a:r>
          </a:p>
          <a:p>
            <a:r>
              <a:rPr sz="1150" b="0" i="0">
                <a:solidFill>
                  <a:srgbClr val="556678"/>
                </a:solidFill>
                <a:latin typeface="Arial"/>
              </a:rPr>
              <a:t>≥10 rigorous studies by 2030, selected as a portfolio.</a:t>
            </a:r>
          </a:p>
        </p:txBody>
      </p:sp>
      <p:sp>
        <p:nvSpPr>
          <p:cNvPr id="8" name="Rectangle 7"/>
          <p:cNvSpPr/>
          <p:nvPr/>
        </p:nvSpPr>
        <p:spPr>
          <a:xfrm>
            <a:off x="594360" y="2532888"/>
            <a:ext cx="5440680" cy="932688"/>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777240" y="2770632"/>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770632"/>
            <a:ext cx="457200" cy="457200"/>
          </a:xfrm>
          <a:prstGeom prst="rect">
            <a:avLst/>
          </a:prstGeom>
          <a:noFill/>
        </p:spPr>
        <p:txBody>
          <a:bodyPr wrap="square" lIns="0" tIns="0" rIns="0" bIns="0" anchor="ctr">
            <a:spAutoFit/>
          </a:bodyPr>
          <a:lstStyle/>
          <a:p>
            <a:pPr algn="ctr"/>
            <a:r>
              <a:rPr sz="1500" b="1" i="0">
                <a:solidFill>
                  <a:srgbClr val="FFFFFF"/>
                </a:solidFill>
                <a:latin typeface="Arial"/>
              </a:rPr>
              <a:t>2</a:t>
            </a:r>
          </a:p>
        </p:txBody>
      </p:sp>
      <p:sp>
        <p:nvSpPr>
          <p:cNvPr id="11" name="TextBox 10"/>
          <p:cNvSpPr txBox="1"/>
          <p:nvPr/>
        </p:nvSpPr>
        <p:spPr>
          <a:xfrm>
            <a:off x="1417320" y="2660904"/>
            <a:ext cx="4434840" cy="749808"/>
          </a:xfrm>
          <a:prstGeom prst="rect">
            <a:avLst/>
          </a:prstGeom>
          <a:noFill/>
        </p:spPr>
        <p:txBody>
          <a:bodyPr wrap="square" lIns="0" tIns="0" rIns="0" bIns="0" anchor="ctr">
            <a:spAutoFit/>
          </a:bodyPr>
          <a:lstStyle/>
          <a:p>
            <a:pPr algn="l"/>
            <a:r>
              <a:rPr sz="1400" b="1" i="0">
                <a:solidFill>
                  <a:srgbClr val="0E2A4E"/>
                </a:solidFill>
                <a:latin typeface="Arial"/>
              </a:rPr>
              <a:t>Common measurement module</a:t>
            </a:r>
          </a:p>
          <a:p>
            <a:r>
              <a:rPr sz="1150" b="0" i="0">
                <a:solidFill>
                  <a:srgbClr val="556678"/>
                </a:solidFill>
                <a:latin typeface="Arial"/>
              </a:rPr>
              <a:t>A small shared set of core indicators and a common costing approach.</a:t>
            </a:r>
          </a:p>
        </p:txBody>
      </p:sp>
      <p:sp>
        <p:nvSpPr>
          <p:cNvPr id="12" name="Rectangle 11"/>
          <p:cNvSpPr/>
          <p:nvPr/>
        </p:nvSpPr>
        <p:spPr>
          <a:xfrm>
            <a:off x="594360" y="3557016"/>
            <a:ext cx="5440680" cy="932688"/>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77240" y="3794760"/>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3794760"/>
            <a:ext cx="457200" cy="457200"/>
          </a:xfrm>
          <a:prstGeom prst="rect">
            <a:avLst/>
          </a:prstGeom>
          <a:noFill/>
        </p:spPr>
        <p:txBody>
          <a:bodyPr wrap="square" lIns="0" tIns="0" rIns="0" bIns="0" anchor="ctr">
            <a:spAutoFit/>
          </a:bodyPr>
          <a:lstStyle/>
          <a:p>
            <a:pPr algn="ctr"/>
            <a:r>
              <a:rPr sz="1500" b="1" i="0">
                <a:solidFill>
                  <a:srgbClr val="FFFFFF"/>
                </a:solidFill>
                <a:latin typeface="Arial"/>
              </a:rPr>
              <a:t>3</a:t>
            </a:r>
          </a:p>
        </p:txBody>
      </p:sp>
      <p:sp>
        <p:nvSpPr>
          <p:cNvPr id="15" name="TextBox 14"/>
          <p:cNvSpPr txBox="1"/>
          <p:nvPr/>
        </p:nvSpPr>
        <p:spPr>
          <a:xfrm>
            <a:off x="1417320" y="3685032"/>
            <a:ext cx="4434840" cy="749808"/>
          </a:xfrm>
          <a:prstGeom prst="rect">
            <a:avLst/>
          </a:prstGeom>
          <a:noFill/>
        </p:spPr>
        <p:txBody>
          <a:bodyPr wrap="square" lIns="0" tIns="0" rIns="0" bIns="0" anchor="ctr">
            <a:spAutoFit/>
          </a:bodyPr>
          <a:lstStyle/>
          <a:p>
            <a:pPr algn="l"/>
            <a:r>
              <a:rPr sz="1400" b="1" i="0">
                <a:solidFill>
                  <a:srgbClr val="0E2A4E"/>
                </a:solidFill>
                <a:latin typeface="Arial"/>
              </a:rPr>
              <a:t>Living inventory of studies</a:t>
            </a:r>
          </a:p>
          <a:p>
            <a:r>
              <a:rPr sz="1150" b="0" i="0">
                <a:solidFill>
                  <a:srgbClr val="556678"/>
                </a:solidFill>
                <a:latin typeface="Arial"/>
              </a:rPr>
              <a:t>A public map of completed and ongoing evaluations, building on the Anticipation Hub.</a:t>
            </a:r>
          </a:p>
        </p:txBody>
      </p:sp>
      <p:sp>
        <p:nvSpPr>
          <p:cNvPr id="16" name="Rectangle 15"/>
          <p:cNvSpPr/>
          <p:nvPr/>
        </p:nvSpPr>
        <p:spPr>
          <a:xfrm>
            <a:off x="594360" y="4581144"/>
            <a:ext cx="5440680" cy="932688"/>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77240" y="4818888"/>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818888"/>
            <a:ext cx="457200" cy="457200"/>
          </a:xfrm>
          <a:prstGeom prst="rect">
            <a:avLst/>
          </a:prstGeom>
          <a:noFill/>
        </p:spPr>
        <p:txBody>
          <a:bodyPr wrap="square" lIns="0" tIns="0" rIns="0" bIns="0" anchor="ctr">
            <a:spAutoFit/>
          </a:bodyPr>
          <a:lstStyle/>
          <a:p>
            <a:pPr algn="ctr"/>
            <a:r>
              <a:rPr sz="1500" b="1" i="0">
                <a:solidFill>
                  <a:srgbClr val="FFFFFF"/>
                </a:solidFill>
                <a:latin typeface="Arial"/>
              </a:rPr>
              <a:t>4</a:t>
            </a:r>
          </a:p>
        </p:txBody>
      </p:sp>
      <p:sp>
        <p:nvSpPr>
          <p:cNvPr id="19" name="TextBox 18"/>
          <p:cNvSpPr txBox="1"/>
          <p:nvPr/>
        </p:nvSpPr>
        <p:spPr>
          <a:xfrm>
            <a:off x="1417320" y="4709160"/>
            <a:ext cx="4434840" cy="749808"/>
          </a:xfrm>
          <a:prstGeom prst="rect">
            <a:avLst/>
          </a:prstGeom>
          <a:noFill/>
        </p:spPr>
        <p:txBody>
          <a:bodyPr wrap="square" lIns="0" tIns="0" rIns="0" bIns="0" anchor="ctr">
            <a:spAutoFit/>
          </a:bodyPr>
          <a:lstStyle/>
          <a:p>
            <a:pPr algn="l"/>
            <a:r>
              <a:rPr sz="1400" b="1" i="0">
                <a:solidFill>
                  <a:srgbClr val="0E2A4E"/>
                </a:solidFill>
                <a:latin typeface="Arial"/>
              </a:rPr>
              <a:t>Evaluation-ready studies</a:t>
            </a:r>
          </a:p>
          <a:p>
            <a:r>
              <a:rPr sz="1150" b="0" i="0">
                <a:solidFill>
                  <a:srgbClr val="556678"/>
                </a:solidFill>
                <a:latin typeface="Arial"/>
              </a:rPr>
              <a:t>Joint evaluations with shared baselines, prepared ahead of activations.</a:t>
            </a:r>
          </a:p>
        </p:txBody>
      </p:sp>
      <p:sp>
        <p:nvSpPr>
          <p:cNvPr id="20" name="Rectangle 19"/>
          <p:cNvSpPr/>
          <p:nvPr/>
        </p:nvSpPr>
        <p:spPr>
          <a:xfrm>
            <a:off x="6309360" y="1508760"/>
            <a:ext cx="5440680" cy="932688"/>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92240" y="1746504"/>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92240" y="1746504"/>
            <a:ext cx="457200" cy="457200"/>
          </a:xfrm>
          <a:prstGeom prst="rect">
            <a:avLst/>
          </a:prstGeom>
          <a:noFill/>
        </p:spPr>
        <p:txBody>
          <a:bodyPr wrap="square" lIns="0" tIns="0" rIns="0" bIns="0" anchor="ctr">
            <a:spAutoFit/>
          </a:bodyPr>
          <a:lstStyle/>
          <a:p>
            <a:pPr algn="ctr"/>
            <a:r>
              <a:rPr sz="1500" b="1" i="0">
                <a:solidFill>
                  <a:srgbClr val="FFFFFF"/>
                </a:solidFill>
                <a:latin typeface="Arial"/>
              </a:rPr>
              <a:t>5</a:t>
            </a:r>
          </a:p>
        </p:txBody>
      </p:sp>
      <p:sp>
        <p:nvSpPr>
          <p:cNvPr id="23" name="TextBox 22"/>
          <p:cNvSpPr txBox="1"/>
          <p:nvPr/>
        </p:nvSpPr>
        <p:spPr>
          <a:xfrm>
            <a:off x="7132320" y="1636776"/>
            <a:ext cx="4434840" cy="749808"/>
          </a:xfrm>
          <a:prstGeom prst="rect">
            <a:avLst/>
          </a:prstGeom>
          <a:noFill/>
        </p:spPr>
        <p:txBody>
          <a:bodyPr wrap="square" lIns="0" tIns="0" rIns="0" bIns="0" anchor="ctr">
            <a:spAutoFit/>
          </a:bodyPr>
          <a:lstStyle/>
          <a:p>
            <a:pPr algn="l"/>
            <a:r>
              <a:rPr sz="1400" b="1" i="0">
                <a:solidFill>
                  <a:srgbClr val="0E2A4E"/>
                </a:solidFill>
                <a:latin typeface="Arial"/>
              </a:rPr>
              <a:t>Open data</a:t>
            </a:r>
          </a:p>
          <a:p>
            <a:r>
              <a:rPr sz="1150" b="0" i="0">
                <a:solidFill>
                  <a:srgbClr val="556678"/>
                </a:solidFill>
                <a:latin typeface="Arial"/>
              </a:rPr>
              <a:t>Anonymised portfolio data shared under agreed protocols.</a:t>
            </a:r>
          </a:p>
        </p:txBody>
      </p:sp>
      <p:sp>
        <p:nvSpPr>
          <p:cNvPr id="24" name="Rectangle 23"/>
          <p:cNvSpPr/>
          <p:nvPr/>
        </p:nvSpPr>
        <p:spPr>
          <a:xfrm>
            <a:off x="6309360" y="2532888"/>
            <a:ext cx="5440680" cy="932688"/>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6492240" y="2770632"/>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92240" y="2770632"/>
            <a:ext cx="457200" cy="457200"/>
          </a:xfrm>
          <a:prstGeom prst="rect">
            <a:avLst/>
          </a:prstGeom>
          <a:noFill/>
        </p:spPr>
        <p:txBody>
          <a:bodyPr wrap="square" lIns="0" tIns="0" rIns="0" bIns="0" anchor="ctr">
            <a:spAutoFit/>
          </a:bodyPr>
          <a:lstStyle/>
          <a:p>
            <a:pPr algn="ctr"/>
            <a:r>
              <a:rPr sz="1500" b="1" i="0">
                <a:solidFill>
                  <a:srgbClr val="FFFFFF"/>
                </a:solidFill>
                <a:latin typeface="Arial"/>
              </a:rPr>
              <a:t>6</a:t>
            </a:r>
          </a:p>
        </p:txBody>
      </p:sp>
      <p:sp>
        <p:nvSpPr>
          <p:cNvPr id="27" name="TextBox 26"/>
          <p:cNvSpPr txBox="1"/>
          <p:nvPr/>
        </p:nvSpPr>
        <p:spPr>
          <a:xfrm>
            <a:off x="7132320" y="2660904"/>
            <a:ext cx="4434840" cy="749808"/>
          </a:xfrm>
          <a:prstGeom prst="rect">
            <a:avLst/>
          </a:prstGeom>
          <a:noFill/>
        </p:spPr>
        <p:txBody>
          <a:bodyPr wrap="square" lIns="0" tIns="0" rIns="0" bIns="0" anchor="ctr">
            <a:spAutoFit/>
          </a:bodyPr>
          <a:lstStyle/>
          <a:p>
            <a:pPr algn="l"/>
            <a:r>
              <a:rPr sz="1400" b="1" i="0">
                <a:solidFill>
                  <a:srgbClr val="0E2A4E"/>
                </a:solidFill>
                <a:latin typeface="Arial"/>
              </a:rPr>
              <a:t>From evidence to action</a:t>
            </a:r>
          </a:p>
          <a:p>
            <a:r>
              <a:rPr sz="1150" b="0" i="0">
                <a:solidFill>
                  <a:srgbClr val="556678"/>
                </a:solidFill>
                <a:latin typeface="Arial"/>
              </a:rPr>
              <a:t>Findings timed and packaged as briefs for the decisions they inform.</a:t>
            </a:r>
          </a:p>
        </p:txBody>
      </p:sp>
      <p:sp>
        <p:nvSpPr>
          <p:cNvPr id="28" name="Rectangle 27"/>
          <p:cNvSpPr/>
          <p:nvPr/>
        </p:nvSpPr>
        <p:spPr>
          <a:xfrm>
            <a:off x="6309360" y="3557016"/>
            <a:ext cx="5440680" cy="932688"/>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492240" y="3794760"/>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92240" y="3794760"/>
            <a:ext cx="457200" cy="457200"/>
          </a:xfrm>
          <a:prstGeom prst="rect">
            <a:avLst/>
          </a:prstGeom>
          <a:noFill/>
        </p:spPr>
        <p:txBody>
          <a:bodyPr wrap="square" lIns="0" tIns="0" rIns="0" bIns="0" anchor="ctr">
            <a:spAutoFit/>
          </a:bodyPr>
          <a:lstStyle/>
          <a:p>
            <a:pPr algn="ctr"/>
            <a:r>
              <a:rPr sz="1500" b="1" i="0">
                <a:solidFill>
                  <a:srgbClr val="FFFFFF"/>
                </a:solidFill>
                <a:latin typeface="Arial"/>
              </a:rPr>
              <a:t>7</a:t>
            </a:r>
          </a:p>
        </p:txBody>
      </p:sp>
      <p:sp>
        <p:nvSpPr>
          <p:cNvPr id="31" name="TextBox 30"/>
          <p:cNvSpPr txBox="1"/>
          <p:nvPr/>
        </p:nvSpPr>
        <p:spPr>
          <a:xfrm>
            <a:off x="7132320" y="3685032"/>
            <a:ext cx="4434840" cy="749808"/>
          </a:xfrm>
          <a:prstGeom prst="rect">
            <a:avLst/>
          </a:prstGeom>
          <a:noFill/>
        </p:spPr>
        <p:txBody>
          <a:bodyPr wrap="square" lIns="0" tIns="0" rIns="0" bIns="0" anchor="ctr">
            <a:spAutoFit/>
          </a:bodyPr>
          <a:lstStyle/>
          <a:p>
            <a:pPr algn="l"/>
            <a:r>
              <a:rPr sz="1400" b="1" i="0">
                <a:solidFill>
                  <a:srgbClr val="0E2A4E"/>
                </a:solidFill>
                <a:latin typeface="Arial"/>
              </a:rPr>
              <a:t>Stakeholder engagement</a:t>
            </a:r>
          </a:p>
          <a:p>
            <a:r>
              <a:rPr sz="1150" b="0" i="0">
                <a:solidFill>
                  <a:srgbClr val="556678"/>
                </a:solidFill>
                <a:latin typeface="Arial"/>
              </a:rPr>
              <a:t>Governments, donors and communities engaged in shaping and using the evidence.</a:t>
            </a:r>
          </a:p>
        </p:txBody>
      </p:sp>
      <p:sp>
        <p:nvSpPr>
          <p:cNvPr id="32" name="TextBox 31"/>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8A97A5"/>
                </a:solidFill>
                <a:latin typeface="Arial"/>
              </a:rPr>
              <a:t>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502920"/>
            <a:ext cx="502920"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658368"/>
            <a:ext cx="10789920" cy="415498"/>
          </a:xfrm>
          <a:prstGeom prst="rect">
            <a:avLst/>
          </a:prstGeom>
          <a:noFill/>
        </p:spPr>
        <p:txBody>
          <a:bodyPr wrap="square" lIns="0" tIns="0" rIns="0" bIns="0" anchor="t">
            <a:spAutoFit/>
          </a:bodyPr>
          <a:lstStyle/>
          <a:p>
            <a:pPr algn="l"/>
            <a:r>
              <a:rPr sz="2700" b="1" i="0" dirty="0">
                <a:solidFill>
                  <a:srgbClr val="0E2A4E"/>
                </a:solidFill>
                <a:latin typeface="Arial"/>
              </a:rPr>
              <a:t>Light governance</a:t>
            </a:r>
            <a:r>
              <a:rPr lang="en-GB" sz="2700" b="1" i="0" dirty="0">
                <a:solidFill>
                  <a:srgbClr val="0E2A4E"/>
                </a:solidFill>
                <a:latin typeface="Arial"/>
              </a:rPr>
              <a:t> and Open </a:t>
            </a:r>
            <a:r>
              <a:rPr lang="en-GB" sz="2700" b="1" dirty="0">
                <a:solidFill>
                  <a:srgbClr val="0E2A4E"/>
                </a:solidFill>
                <a:latin typeface="Arial"/>
              </a:rPr>
              <a:t>financing mechanism</a:t>
            </a:r>
            <a:endParaRPr sz="2700" b="1" i="0" dirty="0">
              <a:solidFill>
                <a:srgbClr val="0E2A4E"/>
              </a:solidFill>
              <a:latin typeface="Arial"/>
            </a:endParaRPr>
          </a:p>
        </p:txBody>
      </p:sp>
      <p:sp>
        <p:nvSpPr>
          <p:cNvPr id="4" name="Rectangle 3"/>
          <p:cNvSpPr/>
          <p:nvPr/>
        </p:nvSpPr>
        <p:spPr>
          <a:xfrm>
            <a:off x="594360" y="1508760"/>
            <a:ext cx="5440680" cy="1920240"/>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508760"/>
            <a:ext cx="5440680" cy="457200"/>
          </a:xfrm>
          <a:prstGeom prst="rect">
            <a:avLst/>
          </a:prstGeom>
          <a:solidFill>
            <a:srgbClr val="2E6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21944"/>
            <a:ext cx="4892040" cy="230832"/>
          </a:xfrm>
          <a:prstGeom prst="rect">
            <a:avLst/>
          </a:prstGeom>
          <a:noFill/>
        </p:spPr>
        <p:txBody>
          <a:bodyPr wrap="square" lIns="0" tIns="0" rIns="0" bIns="0" anchor="ctr">
            <a:spAutoFit/>
          </a:bodyPr>
          <a:lstStyle/>
          <a:p>
            <a:pPr algn="l"/>
            <a:r>
              <a:rPr sz="1500" b="1" i="0" dirty="0">
                <a:solidFill>
                  <a:srgbClr val="FFFFFF"/>
                </a:solidFill>
                <a:latin typeface="Arial"/>
              </a:rPr>
              <a:t>Participating stakeholders</a:t>
            </a:r>
            <a:r>
              <a:rPr lang="en-GB" sz="1500" b="1" i="0" dirty="0">
                <a:solidFill>
                  <a:srgbClr val="FFFFFF"/>
                </a:solidFill>
                <a:latin typeface="Arial"/>
              </a:rPr>
              <a:t> and core group</a:t>
            </a:r>
            <a:endParaRPr sz="1500" b="1" i="0" dirty="0">
              <a:solidFill>
                <a:srgbClr val="FFFFFF"/>
              </a:solidFill>
              <a:latin typeface="Arial"/>
            </a:endParaRPr>
          </a:p>
        </p:txBody>
      </p:sp>
      <p:sp>
        <p:nvSpPr>
          <p:cNvPr id="7" name="TextBox 6"/>
          <p:cNvSpPr txBox="1"/>
          <p:nvPr/>
        </p:nvSpPr>
        <p:spPr>
          <a:xfrm>
            <a:off x="868680" y="2167128"/>
            <a:ext cx="4892040" cy="1200329"/>
          </a:xfrm>
          <a:prstGeom prst="rect">
            <a:avLst/>
          </a:prstGeom>
          <a:noFill/>
        </p:spPr>
        <p:txBody>
          <a:bodyPr wrap="square" lIns="0" tIns="0" rIns="0" bIns="0" anchor="t">
            <a:spAutoFit/>
          </a:bodyPr>
          <a:lstStyle/>
          <a:p>
            <a:pPr algn="l"/>
            <a:r>
              <a:rPr sz="1300" b="0" i="0" dirty="0">
                <a:solidFill>
                  <a:srgbClr val="202833"/>
                </a:solidFill>
                <a:latin typeface="Arial"/>
              </a:rPr>
              <a:t>Define priorities, contribute studies and data, endorse the agenda by consensus.</a:t>
            </a:r>
            <a:endParaRPr lang="en-GB" sz="1300" b="0" i="0" dirty="0">
              <a:solidFill>
                <a:srgbClr val="202833"/>
              </a:solidFill>
              <a:latin typeface="Arial"/>
            </a:endParaRPr>
          </a:p>
          <a:p>
            <a:pPr algn="l"/>
            <a:endParaRPr lang="en-GB" sz="1300" dirty="0">
              <a:solidFill>
                <a:srgbClr val="202833"/>
              </a:solidFill>
              <a:latin typeface="Arial"/>
            </a:endParaRPr>
          </a:p>
          <a:p>
            <a:r>
              <a:rPr lang="en-GB" sz="1300" dirty="0">
                <a:solidFill>
                  <a:srgbClr val="202833"/>
                </a:solidFill>
                <a:latin typeface="Arial"/>
              </a:rPr>
              <a:t>Specialists who carry substantive work between meetings — priorities, the module, portfolio review, synthesis.</a:t>
            </a:r>
          </a:p>
          <a:p>
            <a:pPr algn="l"/>
            <a:endParaRPr sz="1300" b="0" i="0" dirty="0">
              <a:solidFill>
                <a:srgbClr val="202833"/>
              </a:solidFill>
              <a:latin typeface="Arial"/>
            </a:endParaRPr>
          </a:p>
        </p:txBody>
      </p:sp>
      <p:sp>
        <p:nvSpPr>
          <p:cNvPr id="8" name="Rectangle 7"/>
          <p:cNvSpPr/>
          <p:nvPr/>
        </p:nvSpPr>
        <p:spPr>
          <a:xfrm>
            <a:off x="6309360" y="1508760"/>
            <a:ext cx="5440680" cy="1920240"/>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309360" y="1508760"/>
            <a:ext cx="5440680" cy="457200"/>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621944"/>
            <a:ext cx="4892040" cy="230832"/>
          </a:xfrm>
          <a:prstGeom prst="rect">
            <a:avLst/>
          </a:prstGeom>
          <a:noFill/>
        </p:spPr>
        <p:txBody>
          <a:bodyPr wrap="square" lIns="0" tIns="0" rIns="0" bIns="0" anchor="ctr">
            <a:spAutoFit/>
          </a:bodyPr>
          <a:lstStyle/>
          <a:p>
            <a:pPr algn="l"/>
            <a:r>
              <a:rPr sz="1500" b="1" i="0" dirty="0">
                <a:solidFill>
                  <a:srgbClr val="FFFFFF"/>
                </a:solidFill>
                <a:latin typeface="Arial"/>
              </a:rPr>
              <a:t>AA MEAL Working Group</a:t>
            </a:r>
            <a:r>
              <a:rPr lang="en-GB" sz="1500" b="1" i="0" dirty="0">
                <a:solidFill>
                  <a:srgbClr val="FFFFFF"/>
                </a:solidFill>
                <a:latin typeface="Arial"/>
              </a:rPr>
              <a:t>/AA Task Force</a:t>
            </a:r>
            <a:endParaRPr sz="1500" b="1" i="0" dirty="0">
              <a:solidFill>
                <a:srgbClr val="FFFFFF"/>
              </a:solidFill>
              <a:latin typeface="Arial"/>
            </a:endParaRPr>
          </a:p>
        </p:txBody>
      </p:sp>
      <p:sp>
        <p:nvSpPr>
          <p:cNvPr id="11" name="TextBox 10"/>
          <p:cNvSpPr txBox="1"/>
          <p:nvPr/>
        </p:nvSpPr>
        <p:spPr>
          <a:xfrm>
            <a:off x="6583680" y="2167128"/>
            <a:ext cx="4892040" cy="1200329"/>
          </a:xfrm>
          <a:prstGeom prst="rect">
            <a:avLst/>
          </a:prstGeom>
          <a:noFill/>
        </p:spPr>
        <p:txBody>
          <a:bodyPr wrap="square" lIns="0" tIns="0" rIns="0" bIns="0" anchor="t">
            <a:spAutoFit/>
          </a:bodyPr>
          <a:lstStyle/>
          <a:p>
            <a:pPr algn="l"/>
            <a:r>
              <a:rPr sz="1300" b="0" i="0" dirty="0">
                <a:solidFill>
                  <a:srgbClr val="202833"/>
                </a:solidFill>
                <a:latin typeface="Arial"/>
              </a:rPr>
              <a:t>Informal secretariat: facilitates the process, maintains the agenda and the inventory.</a:t>
            </a:r>
            <a:endParaRPr lang="en-GB" sz="1300" b="0" i="0" dirty="0">
              <a:solidFill>
                <a:srgbClr val="202833"/>
              </a:solidFill>
              <a:latin typeface="Arial"/>
            </a:endParaRPr>
          </a:p>
          <a:p>
            <a:pPr algn="l"/>
            <a:endParaRPr lang="en-GB" sz="1300" dirty="0">
              <a:solidFill>
                <a:srgbClr val="202833"/>
              </a:solidFill>
              <a:latin typeface="Arial"/>
            </a:endParaRPr>
          </a:p>
          <a:p>
            <a:r>
              <a:rPr lang="en-GB" sz="1300" dirty="0">
                <a:solidFill>
                  <a:srgbClr val="202833"/>
                </a:solidFill>
                <a:latin typeface="Arial"/>
              </a:rPr>
              <a:t>Leads advocacy and links to programming; turns findings into messages for donors and governments.</a:t>
            </a:r>
          </a:p>
          <a:p>
            <a:pPr algn="l"/>
            <a:endParaRPr sz="1300" b="0" i="0" dirty="0">
              <a:solidFill>
                <a:srgbClr val="202833"/>
              </a:solidFill>
              <a:latin typeface="Arial"/>
            </a:endParaRPr>
          </a:p>
        </p:txBody>
      </p:sp>
      <p:sp>
        <p:nvSpPr>
          <p:cNvPr id="20" name="TextBox 19"/>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8A97A5"/>
                </a:solidFill>
                <a:latin typeface="Arial"/>
              </a:rPr>
              <a:t>9</a:t>
            </a:r>
          </a:p>
        </p:txBody>
      </p:sp>
      <p:sp>
        <p:nvSpPr>
          <p:cNvPr id="42" name="Rectangle 41">
            <a:extLst>
              <a:ext uri="{FF2B5EF4-FFF2-40B4-BE49-F238E27FC236}">
                <a16:creationId xmlns:a16="http://schemas.microsoft.com/office/drawing/2014/main" id="{3DCC4EDA-D123-0EDC-6A8D-93D9CD1941DE}"/>
              </a:ext>
            </a:extLst>
          </p:cNvPr>
          <p:cNvSpPr/>
          <p:nvPr/>
        </p:nvSpPr>
        <p:spPr>
          <a:xfrm>
            <a:off x="502920" y="3639312"/>
            <a:ext cx="5486400" cy="2606040"/>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a:extLst>
              <a:ext uri="{FF2B5EF4-FFF2-40B4-BE49-F238E27FC236}">
                <a16:creationId xmlns:a16="http://schemas.microsoft.com/office/drawing/2014/main" id="{49FD1DCF-D93E-8965-E2FD-67C6B2C98029}"/>
              </a:ext>
            </a:extLst>
          </p:cNvPr>
          <p:cNvSpPr/>
          <p:nvPr/>
        </p:nvSpPr>
        <p:spPr>
          <a:xfrm>
            <a:off x="502920" y="3639312"/>
            <a:ext cx="128016" cy="2606040"/>
          </a:xfrm>
          <a:prstGeom prst="rect">
            <a:avLst/>
          </a:prstGeom>
          <a:solidFill>
            <a:srgbClr val="2E6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a:extLst>
              <a:ext uri="{FF2B5EF4-FFF2-40B4-BE49-F238E27FC236}">
                <a16:creationId xmlns:a16="http://schemas.microsoft.com/office/drawing/2014/main" id="{3148ECAD-6E7A-C628-E821-BBA9DAB28FB0}"/>
              </a:ext>
            </a:extLst>
          </p:cNvPr>
          <p:cNvSpPr txBox="1"/>
          <p:nvPr/>
        </p:nvSpPr>
        <p:spPr>
          <a:xfrm>
            <a:off x="868680" y="3913632"/>
            <a:ext cx="4846320" cy="184666"/>
          </a:xfrm>
          <a:prstGeom prst="rect">
            <a:avLst/>
          </a:prstGeom>
          <a:noFill/>
        </p:spPr>
        <p:txBody>
          <a:bodyPr wrap="square" lIns="0" tIns="0" rIns="0" bIns="0" anchor="t">
            <a:spAutoFit/>
          </a:bodyPr>
          <a:lstStyle/>
          <a:p>
            <a:pPr algn="l"/>
            <a:r>
              <a:rPr lang="en-GB" sz="1200" b="1" i="0" spc="120" dirty="0">
                <a:solidFill>
                  <a:srgbClr val="2E6B9E"/>
                </a:solidFill>
                <a:latin typeface="Arial"/>
              </a:rPr>
              <a:t>FINANCING: POSSIBILITY A</a:t>
            </a:r>
            <a:endParaRPr sz="1200" b="1" i="0" spc="120" dirty="0">
              <a:solidFill>
                <a:srgbClr val="2E6B9E"/>
              </a:solidFill>
              <a:latin typeface="Arial"/>
            </a:endParaRPr>
          </a:p>
        </p:txBody>
      </p:sp>
      <p:sp>
        <p:nvSpPr>
          <p:cNvPr id="48" name="TextBox 47">
            <a:extLst>
              <a:ext uri="{FF2B5EF4-FFF2-40B4-BE49-F238E27FC236}">
                <a16:creationId xmlns:a16="http://schemas.microsoft.com/office/drawing/2014/main" id="{AE343768-94CF-B83A-8A07-5A000B58D1DC}"/>
              </a:ext>
            </a:extLst>
          </p:cNvPr>
          <p:cNvSpPr txBox="1"/>
          <p:nvPr/>
        </p:nvSpPr>
        <p:spPr>
          <a:xfrm>
            <a:off x="868680" y="4242816"/>
            <a:ext cx="4846320" cy="457200"/>
          </a:xfrm>
          <a:prstGeom prst="rect">
            <a:avLst/>
          </a:prstGeom>
          <a:noFill/>
        </p:spPr>
        <p:txBody>
          <a:bodyPr wrap="square" lIns="0" tIns="0" rIns="0" bIns="0" anchor="t">
            <a:spAutoFit/>
          </a:bodyPr>
          <a:lstStyle/>
          <a:p>
            <a:pPr algn="l"/>
            <a:r>
              <a:rPr sz="1900" b="1" i="0">
                <a:solidFill>
                  <a:srgbClr val="0E2A4E"/>
                </a:solidFill>
                <a:latin typeface="Arial"/>
              </a:rPr>
              <a:t>Individual studies</a:t>
            </a:r>
          </a:p>
        </p:txBody>
      </p:sp>
      <p:sp>
        <p:nvSpPr>
          <p:cNvPr id="50" name="TextBox 49">
            <a:extLst>
              <a:ext uri="{FF2B5EF4-FFF2-40B4-BE49-F238E27FC236}">
                <a16:creationId xmlns:a16="http://schemas.microsoft.com/office/drawing/2014/main" id="{9176DD09-8DF5-C23F-8C09-CC23F79D7027}"/>
              </a:ext>
            </a:extLst>
          </p:cNvPr>
          <p:cNvSpPr txBox="1"/>
          <p:nvPr/>
        </p:nvSpPr>
        <p:spPr>
          <a:xfrm>
            <a:off x="868680" y="4828032"/>
            <a:ext cx="4846320" cy="646331"/>
          </a:xfrm>
          <a:prstGeom prst="rect">
            <a:avLst/>
          </a:prstGeom>
          <a:noFill/>
        </p:spPr>
        <p:txBody>
          <a:bodyPr wrap="square" lIns="0" tIns="0" rIns="0" bIns="0" anchor="t">
            <a:spAutoFit/>
          </a:bodyPr>
          <a:lstStyle/>
          <a:p>
            <a:pPr algn="l"/>
            <a:r>
              <a:rPr sz="1400" b="0" i="0" dirty="0">
                <a:solidFill>
                  <a:srgbClr val="202833"/>
                </a:solidFill>
                <a:latin typeface="Arial"/>
              </a:rPr>
              <a:t>Financed by partners</a:t>
            </a:r>
            <a:r>
              <a:rPr lang="en-GB" sz="1400" dirty="0">
                <a:solidFill>
                  <a:srgbClr val="202833"/>
                </a:solidFill>
                <a:latin typeface="Arial"/>
              </a:rPr>
              <a:t>: </a:t>
            </a:r>
            <a:r>
              <a:rPr sz="1400" b="0" i="0" dirty="0">
                <a:solidFill>
                  <a:srgbClr val="202833"/>
                </a:solidFill>
                <a:latin typeface="Arial"/>
              </a:rPr>
              <a:t>singly, or jointly where interests align. Partners leverage each other's commitments to </a:t>
            </a:r>
            <a:r>
              <a:rPr sz="1400" b="0" i="0" dirty="0" err="1">
                <a:solidFill>
                  <a:srgbClr val="202833"/>
                </a:solidFill>
                <a:latin typeface="Arial"/>
              </a:rPr>
              <a:t>attra</a:t>
            </a:r>
            <a:r>
              <a:rPr lang="en-GB" sz="1400" b="0" i="0" dirty="0">
                <a:solidFill>
                  <a:srgbClr val="202833"/>
                </a:solidFill>
                <a:latin typeface="Arial"/>
              </a:rPr>
              <a:t>c</a:t>
            </a:r>
            <a:r>
              <a:rPr sz="1400" b="0" i="0" dirty="0">
                <a:solidFill>
                  <a:srgbClr val="202833"/>
                </a:solidFill>
                <a:latin typeface="Arial"/>
              </a:rPr>
              <a:t>t further funding.</a:t>
            </a:r>
          </a:p>
        </p:txBody>
      </p:sp>
      <p:sp>
        <p:nvSpPr>
          <p:cNvPr id="52" name="Rectangle 51">
            <a:extLst>
              <a:ext uri="{FF2B5EF4-FFF2-40B4-BE49-F238E27FC236}">
                <a16:creationId xmlns:a16="http://schemas.microsoft.com/office/drawing/2014/main" id="{F45DD216-E5C4-97DC-B4FD-988FDBDD26E4}"/>
              </a:ext>
            </a:extLst>
          </p:cNvPr>
          <p:cNvSpPr/>
          <p:nvPr/>
        </p:nvSpPr>
        <p:spPr>
          <a:xfrm>
            <a:off x="6263640" y="3639312"/>
            <a:ext cx="5486400" cy="2606040"/>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a:extLst>
              <a:ext uri="{FF2B5EF4-FFF2-40B4-BE49-F238E27FC236}">
                <a16:creationId xmlns:a16="http://schemas.microsoft.com/office/drawing/2014/main" id="{ED909D26-6521-D3D0-C77E-3BF8FE68CBD8}"/>
              </a:ext>
            </a:extLst>
          </p:cNvPr>
          <p:cNvSpPr/>
          <p:nvPr/>
        </p:nvSpPr>
        <p:spPr>
          <a:xfrm>
            <a:off x="6263640" y="3639312"/>
            <a:ext cx="128016" cy="260604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a:extLst>
              <a:ext uri="{FF2B5EF4-FFF2-40B4-BE49-F238E27FC236}">
                <a16:creationId xmlns:a16="http://schemas.microsoft.com/office/drawing/2014/main" id="{7B587A41-5624-09AB-CD96-D9203439C397}"/>
              </a:ext>
            </a:extLst>
          </p:cNvPr>
          <p:cNvSpPr txBox="1"/>
          <p:nvPr/>
        </p:nvSpPr>
        <p:spPr>
          <a:xfrm>
            <a:off x="6629400" y="3913632"/>
            <a:ext cx="4846320" cy="184666"/>
          </a:xfrm>
          <a:prstGeom prst="rect">
            <a:avLst/>
          </a:prstGeom>
          <a:noFill/>
        </p:spPr>
        <p:txBody>
          <a:bodyPr wrap="square" lIns="0" tIns="0" rIns="0" bIns="0" anchor="t">
            <a:spAutoFit/>
          </a:bodyPr>
          <a:lstStyle/>
          <a:p>
            <a:pPr algn="l"/>
            <a:r>
              <a:rPr lang="en-GB" sz="1200" b="1" i="0" spc="120" dirty="0">
                <a:solidFill>
                  <a:srgbClr val="E87A1E"/>
                </a:solidFill>
                <a:latin typeface="Arial"/>
              </a:rPr>
              <a:t>FINANCING: POSSIBILITY B</a:t>
            </a:r>
            <a:endParaRPr sz="1200" b="1" i="0" spc="120" dirty="0">
              <a:solidFill>
                <a:srgbClr val="E87A1E"/>
              </a:solidFill>
              <a:latin typeface="Arial"/>
            </a:endParaRPr>
          </a:p>
        </p:txBody>
      </p:sp>
      <p:sp>
        <p:nvSpPr>
          <p:cNvPr id="58" name="TextBox 57">
            <a:extLst>
              <a:ext uri="{FF2B5EF4-FFF2-40B4-BE49-F238E27FC236}">
                <a16:creationId xmlns:a16="http://schemas.microsoft.com/office/drawing/2014/main" id="{5253367B-B5B8-ECA9-BAE5-1255813BF460}"/>
              </a:ext>
            </a:extLst>
          </p:cNvPr>
          <p:cNvSpPr txBox="1"/>
          <p:nvPr/>
        </p:nvSpPr>
        <p:spPr>
          <a:xfrm>
            <a:off x="6629400" y="4242816"/>
            <a:ext cx="4846320" cy="457200"/>
          </a:xfrm>
          <a:prstGeom prst="rect">
            <a:avLst/>
          </a:prstGeom>
          <a:noFill/>
        </p:spPr>
        <p:txBody>
          <a:bodyPr wrap="square" lIns="0" tIns="0" rIns="0" bIns="0" anchor="t">
            <a:spAutoFit/>
          </a:bodyPr>
          <a:lstStyle/>
          <a:p>
            <a:pPr algn="l"/>
            <a:r>
              <a:rPr sz="1900" b="1" i="0">
                <a:solidFill>
                  <a:srgbClr val="0E2A4E"/>
                </a:solidFill>
                <a:latin typeface="Arial"/>
              </a:rPr>
              <a:t>Shared functions</a:t>
            </a:r>
          </a:p>
        </p:txBody>
      </p:sp>
      <p:sp>
        <p:nvSpPr>
          <p:cNvPr id="60" name="TextBox 59">
            <a:extLst>
              <a:ext uri="{FF2B5EF4-FFF2-40B4-BE49-F238E27FC236}">
                <a16:creationId xmlns:a16="http://schemas.microsoft.com/office/drawing/2014/main" id="{9D1110B7-439E-4EBE-9A10-5B098A173E88}"/>
              </a:ext>
            </a:extLst>
          </p:cNvPr>
          <p:cNvSpPr txBox="1"/>
          <p:nvPr/>
        </p:nvSpPr>
        <p:spPr>
          <a:xfrm>
            <a:off x="6629400" y="4828032"/>
            <a:ext cx="4846320" cy="1280160"/>
          </a:xfrm>
          <a:prstGeom prst="rect">
            <a:avLst/>
          </a:prstGeom>
          <a:noFill/>
        </p:spPr>
        <p:txBody>
          <a:bodyPr wrap="square" lIns="0" tIns="0" rIns="0" bIns="0" anchor="t">
            <a:spAutoFit/>
          </a:bodyPr>
          <a:lstStyle/>
          <a:p>
            <a:pPr algn="l"/>
            <a:r>
              <a:rPr sz="1400" b="0" i="0">
                <a:solidFill>
                  <a:srgbClr val="202833"/>
                </a:solidFill>
                <a:latin typeface="Arial"/>
              </a:rPr>
              <a:t>Modest joint resources for the common measurement module, the inventory of studies, and the synthesis of results.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502920"/>
            <a:ext cx="502920"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800654"/>
            <a:ext cx="10789920" cy="415498"/>
          </a:xfrm>
          <a:prstGeom prst="rect">
            <a:avLst/>
          </a:prstGeom>
          <a:noFill/>
        </p:spPr>
        <p:txBody>
          <a:bodyPr wrap="square" lIns="0" tIns="0" rIns="0" bIns="0" anchor="t">
            <a:spAutoFit/>
          </a:bodyPr>
          <a:lstStyle/>
          <a:p>
            <a:pPr algn="l"/>
            <a:r>
              <a:rPr lang="en-GB" sz="2700" b="1" i="0" dirty="0">
                <a:solidFill>
                  <a:srgbClr val="0E2A4E"/>
                </a:solidFill>
                <a:latin typeface="Arial"/>
              </a:rPr>
              <a:t>Measuring success of the agenda</a:t>
            </a:r>
            <a:endParaRPr sz="2700" b="1" i="0" dirty="0">
              <a:solidFill>
                <a:srgbClr val="0E2A4E"/>
              </a:solidFill>
              <a:latin typeface="Arial"/>
            </a:endParaRPr>
          </a:p>
        </p:txBody>
      </p:sp>
      <p:pic>
        <p:nvPicPr>
          <p:cNvPr id="4" name="Picture 3" descr="pan_tents.jpg"/>
          <p:cNvPicPr>
            <a:picLocks noChangeAspect="1"/>
          </p:cNvPicPr>
          <p:nvPr/>
        </p:nvPicPr>
        <p:blipFill>
          <a:blip r:embed="rId2"/>
          <a:stretch>
            <a:fillRect/>
          </a:stretch>
        </p:blipFill>
        <p:spPr>
          <a:xfrm>
            <a:off x="8869680" y="1517149"/>
            <a:ext cx="2743200" cy="4069080"/>
          </a:xfrm>
          <a:prstGeom prst="rect">
            <a:avLst/>
          </a:prstGeom>
        </p:spPr>
      </p:pic>
      <p:sp>
        <p:nvSpPr>
          <p:cNvPr id="5" name="Rectangle 4"/>
          <p:cNvSpPr/>
          <p:nvPr/>
        </p:nvSpPr>
        <p:spPr>
          <a:xfrm>
            <a:off x="8869680" y="1508760"/>
            <a:ext cx="91440" cy="406908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94360" y="1554480"/>
            <a:ext cx="457200" cy="457200"/>
          </a:xfrm>
          <a:prstGeom prst="ellipse">
            <a:avLst/>
          </a:prstGeom>
          <a:solidFill>
            <a:srgbClr val="2E6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1554480"/>
            <a:ext cx="457200" cy="457200"/>
          </a:xfrm>
          <a:prstGeom prst="rect">
            <a:avLst/>
          </a:prstGeom>
          <a:noFill/>
        </p:spPr>
        <p:txBody>
          <a:bodyPr wrap="square" lIns="0" tIns="0" rIns="0" bIns="0" anchor="ctr">
            <a:spAutoFit/>
          </a:bodyPr>
          <a:lstStyle/>
          <a:p>
            <a:pPr algn="ctr"/>
            <a:r>
              <a:rPr sz="1400" b="1" i="0">
                <a:solidFill>
                  <a:srgbClr val="FFFFFF"/>
                </a:solidFill>
                <a:latin typeface="Arial"/>
              </a:rPr>
              <a:t>1</a:t>
            </a:r>
          </a:p>
        </p:txBody>
      </p:sp>
      <p:sp>
        <p:nvSpPr>
          <p:cNvPr id="8" name="TextBox 7"/>
          <p:cNvSpPr txBox="1"/>
          <p:nvPr/>
        </p:nvSpPr>
        <p:spPr>
          <a:xfrm>
            <a:off x="1188720" y="1675358"/>
            <a:ext cx="7315200" cy="215444"/>
          </a:xfrm>
          <a:prstGeom prst="rect">
            <a:avLst/>
          </a:prstGeom>
          <a:noFill/>
        </p:spPr>
        <p:txBody>
          <a:bodyPr wrap="square" lIns="0" tIns="0" rIns="0" bIns="0" anchor="ctr">
            <a:spAutoFit/>
          </a:bodyPr>
          <a:lstStyle/>
          <a:p>
            <a:pPr algn="l"/>
            <a:r>
              <a:rPr sz="1400" b="0" i="0" dirty="0">
                <a:solidFill>
                  <a:srgbClr val="202833"/>
                </a:solidFill>
                <a:latin typeface="Arial"/>
              </a:rPr>
              <a:t>Organizations that have formally endorsed the agenda</a:t>
            </a:r>
          </a:p>
        </p:txBody>
      </p:sp>
      <p:sp>
        <p:nvSpPr>
          <p:cNvPr id="9" name="Oval 8"/>
          <p:cNvSpPr/>
          <p:nvPr/>
        </p:nvSpPr>
        <p:spPr>
          <a:xfrm>
            <a:off x="594360" y="2304288"/>
            <a:ext cx="457200" cy="457200"/>
          </a:xfrm>
          <a:prstGeom prst="ellipse">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304288"/>
            <a:ext cx="457200" cy="457200"/>
          </a:xfrm>
          <a:prstGeom prst="rect">
            <a:avLst/>
          </a:prstGeom>
          <a:noFill/>
        </p:spPr>
        <p:txBody>
          <a:bodyPr wrap="square" lIns="0" tIns="0" rIns="0" bIns="0" anchor="ctr">
            <a:spAutoFit/>
          </a:bodyPr>
          <a:lstStyle/>
          <a:p>
            <a:pPr algn="ctr"/>
            <a:r>
              <a:rPr sz="1400" b="1" i="0">
                <a:solidFill>
                  <a:srgbClr val="FFFFFF"/>
                </a:solidFill>
                <a:latin typeface="Arial"/>
              </a:rPr>
              <a:t>2</a:t>
            </a:r>
          </a:p>
        </p:txBody>
      </p:sp>
      <p:sp>
        <p:nvSpPr>
          <p:cNvPr id="11" name="TextBox 10"/>
          <p:cNvSpPr txBox="1"/>
          <p:nvPr/>
        </p:nvSpPr>
        <p:spPr>
          <a:xfrm>
            <a:off x="1188720" y="2304288"/>
            <a:ext cx="7315200" cy="457200"/>
          </a:xfrm>
          <a:prstGeom prst="rect">
            <a:avLst/>
          </a:prstGeom>
          <a:noFill/>
        </p:spPr>
        <p:txBody>
          <a:bodyPr wrap="square" lIns="0" tIns="0" rIns="0" bIns="0" anchor="ctr">
            <a:spAutoFit/>
          </a:bodyPr>
          <a:lstStyle/>
          <a:p>
            <a:pPr algn="l"/>
            <a:r>
              <a:rPr sz="1400" b="0" i="0" dirty="0">
                <a:solidFill>
                  <a:srgbClr val="202833"/>
                </a:solidFill>
                <a:latin typeface="Arial"/>
              </a:rPr>
              <a:t>Studies in the portfolio, including joint evaluations with shared baselines</a:t>
            </a:r>
          </a:p>
        </p:txBody>
      </p:sp>
      <p:sp>
        <p:nvSpPr>
          <p:cNvPr id="12" name="Oval 11"/>
          <p:cNvSpPr/>
          <p:nvPr/>
        </p:nvSpPr>
        <p:spPr>
          <a:xfrm>
            <a:off x="594360" y="3054096"/>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3054096"/>
            <a:ext cx="457200" cy="457200"/>
          </a:xfrm>
          <a:prstGeom prst="rect">
            <a:avLst/>
          </a:prstGeom>
          <a:noFill/>
        </p:spPr>
        <p:txBody>
          <a:bodyPr wrap="square" lIns="0" tIns="0" rIns="0" bIns="0" anchor="ctr">
            <a:spAutoFit/>
          </a:bodyPr>
          <a:lstStyle/>
          <a:p>
            <a:pPr algn="ctr"/>
            <a:r>
              <a:rPr sz="1400" b="1" i="0">
                <a:solidFill>
                  <a:srgbClr val="FFFFFF"/>
                </a:solidFill>
                <a:latin typeface="Arial"/>
              </a:rPr>
              <a:t>3</a:t>
            </a:r>
          </a:p>
        </p:txBody>
      </p:sp>
      <p:sp>
        <p:nvSpPr>
          <p:cNvPr id="14" name="TextBox 13"/>
          <p:cNvSpPr txBox="1"/>
          <p:nvPr/>
        </p:nvSpPr>
        <p:spPr>
          <a:xfrm>
            <a:off x="1188720" y="3054096"/>
            <a:ext cx="7315200" cy="457200"/>
          </a:xfrm>
          <a:prstGeom prst="rect">
            <a:avLst/>
          </a:prstGeom>
          <a:noFill/>
        </p:spPr>
        <p:txBody>
          <a:bodyPr wrap="square" lIns="0" tIns="0" rIns="0" bIns="0" anchor="ctr">
            <a:spAutoFit/>
          </a:bodyPr>
          <a:lstStyle/>
          <a:p>
            <a:pPr algn="l"/>
            <a:r>
              <a:rPr sz="1400" b="0" i="0" dirty="0">
                <a:solidFill>
                  <a:srgbClr val="202833"/>
                </a:solidFill>
                <a:latin typeface="Arial"/>
              </a:rPr>
              <a:t>Share of AA evaluations applying the common measurement module</a:t>
            </a:r>
          </a:p>
        </p:txBody>
      </p:sp>
      <p:sp>
        <p:nvSpPr>
          <p:cNvPr id="15" name="Oval 14"/>
          <p:cNvSpPr/>
          <p:nvPr/>
        </p:nvSpPr>
        <p:spPr>
          <a:xfrm>
            <a:off x="594360" y="3803904"/>
            <a:ext cx="457200" cy="457200"/>
          </a:xfrm>
          <a:prstGeom prst="ellipse">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 y="3803904"/>
            <a:ext cx="457200" cy="457200"/>
          </a:xfrm>
          <a:prstGeom prst="rect">
            <a:avLst/>
          </a:prstGeom>
          <a:noFill/>
        </p:spPr>
        <p:txBody>
          <a:bodyPr wrap="square" lIns="0" tIns="0" rIns="0" bIns="0" anchor="ctr">
            <a:spAutoFit/>
          </a:bodyPr>
          <a:lstStyle/>
          <a:p>
            <a:pPr algn="ctr"/>
            <a:r>
              <a:rPr sz="1400" b="1" i="0">
                <a:solidFill>
                  <a:srgbClr val="FFFFFF"/>
                </a:solidFill>
                <a:latin typeface="Arial"/>
              </a:rPr>
              <a:t>4</a:t>
            </a:r>
          </a:p>
        </p:txBody>
      </p:sp>
      <p:sp>
        <p:nvSpPr>
          <p:cNvPr id="17" name="TextBox 16"/>
          <p:cNvSpPr txBox="1"/>
          <p:nvPr/>
        </p:nvSpPr>
        <p:spPr>
          <a:xfrm>
            <a:off x="1188720" y="3803904"/>
            <a:ext cx="7315200" cy="457200"/>
          </a:xfrm>
          <a:prstGeom prst="rect">
            <a:avLst/>
          </a:prstGeom>
          <a:noFill/>
        </p:spPr>
        <p:txBody>
          <a:bodyPr wrap="square" lIns="0" tIns="0" rIns="0" bIns="0" anchor="ctr">
            <a:spAutoFit/>
          </a:bodyPr>
          <a:lstStyle/>
          <a:p>
            <a:pPr algn="l"/>
            <a:r>
              <a:rPr sz="1400" b="0" i="0">
                <a:solidFill>
                  <a:srgbClr val="202833"/>
                </a:solidFill>
                <a:latin typeface="Arial"/>
              </a:rPr>
              <a:t>Pooled analyses completed across countries and hazards</a:t>
            </a:r>
          </a:p>
        </p:txBody>
      </p:sp>
      <p:sp>
        <p:nvSpPr>
          <p:cNvPr id="18" name="Oval 17"/>
          <p:cNvSpPr/>
          <p:nvPr/>
        </p:nvSpPr>
        <p:spPr>
          <a:xfrm>
            <a:off x="594360" y="4553712"/>
            <a:ext cx="457200" cy="457200"/>
          </a:xfrm>
          <a:prstGeom prst="ellipse">
            <a:avLst/>
          </a:prstGeom>
          <a:solidFill>
            <a:srgbClr val="2E6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4553712"/>
            <a:ext cx="457200" cy="457200"/>
          </a:xfrm>
          <a:prstGeom prst="rect">
            <a:avLst/>
          </a:prstGeom>
          <a:noFill/>
        </p:spPr>
        <p:txBody>
          <a:bodyPr wrap="square" lIns="0" tIns="0" rIns="0" bIns="0" anchor="ctr">
            <a:spAutoFit/>
          </a:bodyPr>
          <a:lstStyle/>
          <a:p>
            <a:pPr algn="ctr"/>
            <a:r>
              <a:rPr sz="1400" b="1" i="0">
                <a:solidFill>
                  <a:srgbClr val="FFFFFF"/>
                </a:solidFill>
                <a:latin typeface="Arial"/>
              </a:rPr>
              <a:t>5</a:t>
            </a:r>
          </a:p>
        </p:txBody>
      </p:sp>
      <p:sp>
        <p:nvSpPr>
          <p:cNvPr id="20" name="TextBox 19"/>
          <p:cNvSpPr txBox="1"/>
          <p:nvPr/>
        </p:nvSpPr>
        <p:spPr>
          <a:xfrm>
            <a:off x="1188720" y="4566868"/>
            <a:ext cx="7315200" cy="430887"/>
          </a:xfrm>
          <a:prstGeom prst="rect">
            <a:avLst/>
          </a:prstGeom>
          <a:noFill/>
        </p:spPr>
        <p:txBody>
          <a:bodyPr wrap="square" lIns="0" tIns="0" rIns="0" bIns="0" anchor="ctr">
            <a:spAutoFit/>
          </a:bodyPr>
          <a:lstStyle/>
          <a:p>
            <a:pPr algn="l"/>
            <a:r>
              <a:rPr sz="1400" b="0" i="0" dirty="0">
                <a:solidFill>
                  <a:srgbClr val="202833"/>
                </a:solidFill>
                <a:latin typeface="Arial"/>
              </a:rPr>
              <a:t>Documented cases where this evidence informed a programmes, scaling or financing decision</a:t>
            </a:r>
          </a:p>
        </p:txBody>
      </p:sp>
      <p:sp>
        <p:nvSpPr>
          <p:cNvPr id="21" name="TextBox 20"/>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8A97A5"/>
                </a:solidFill>
                <a:latin typeface="Arial"/>
              </a:rPr>
              <a:t>12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flood_full.jpg"/>
          <p:cNvPicPr>
            <a:picLocks noChangeAspect="1"/>
          </p:cNvPicPr>
          <p:nvPr/>
        </p:nvPicPr>
        <p:blipFill>
          <a:blip r:embed="rId2"/>
          <a:stretch>
            <a:fillRect/>
          </a:stretch>
        </p:blipFill>
        <p:spPr>
          <a:xfrm>
            <a:off x="0" y="17098"/>
            <a:ext cx="12191695" cy="6858000"/>
          </a:xfrm>
          <a:prstGeom prst="rect">
            <a:avLst/>
          </a:prstGeom>
        </p:spPr>
      </p:pic>
      <p:sp>
        <p:nvSpPr>
          <p:cNvPr id="3" name="TextBox 2"/>
          <p:cNvSpPr txBox="1"/>
          <p:nvPr/>
        </p:nvSpPr>
        <p:spPr>
          <a:xfrm>
            <a:off x="685800" y="2194560"/>
            <a:ext cx="10515600" cy="457200"/>
          </a:xfrm>
          <a:prstGeom prst="rect">
            <a:avLst/>
          </a:prstGeom>
          <a:noFill/>
        </p:spPr>
        <p:txBody>
          <a:bodyPr wrap="square" lIns="0" tIns="0" rIns="0" bIns="0" anchor="t">
            <a:spAutoFit/>
          </a:bodyPr>
          <a:lstStyle/>
          <a:p>
            <a:pPr algn="l"/>
            <a:r>
              <a:rPr sz="1400" b="1" i="0" spc="200">
                <a:solidFill>
                  <a:srgbClr val="E87A1E"/>
                </a:solidFill>
                <a:latin typeface="Arial"/>
              </a:rPr>
              <a:t>FIRST ROUND OF FEEDBACK</a:t>
            </a:r>
          </a:p>
        </p:txBody>
      </p:sp>
      <p:sp>
        <p:nvSpPr>
          <p:cNvPr id="4" name="TextBox 3"/>
          <p:cNvSpPr txBox="1"/>
          <p:nvPr/>
        </p:nvSpPr>
        <p:spPr>
          <a:xfrm>
            <a:off x="685800" y="2651760"/>
            <a:ext cx="10515600" cy="1097280"/>
          </a:xfrm>
          <a:prstGeom prst="rect">
            <a:avLst/>
          </a:prstGeom>
          <a:noFill/>
        </p:spPr>
        <p:txBody>
          <a:bodyPr wrap="square" lIns="0" tIns="0" rIns="0" bIns="0" anchor="t">
            <a:spAutoFit/>
          </a:bodyPr>
          <a:lstStyle/>
          <a:p>
            <a:pPr algn="l"/>
            <a:r>
              <a:rPr sz="4400" b="1" i="0">
                <a:solidFill>
                  <a:srgbClr val="FFFFFF"/>
                </a:solidFill>
                <a:latin typeface="Arial"/>
              </a:rPr>
              <a:t>What partners told us</a:t>
            </a:r>
          </a:p>
        </p:txBody>
      </p:sp>
      <p:sp>
        <p:nvSpPr>
          <p:cNvPr id="5" name="TextBox 4"/>
          <p:cNvSpPr txBox="1"/>
          <p:nvPr/>
        </p:nvSpPr>
        <p:spPr>
          <a:xfrm>
            <a:off x="704088" y="4114800"/>
            <a:ext cx="10058400" cy="492443"/>
          </a:xfrm>
          <a:prstGeom prst="rect">
            <a:avLst/>
          </a:prstGeom>
          <a:noFill/>
        </p:spPr>
        <p:txBody>
          <a:bodyPr wrap="square" lIns="0" tIns="0" rIns="0" bIns="0" anchor="t">
            <a:spAutoFit/>
          </a:bodyPr>
          <a:lstStyle/>
          <a:p>
            <a:pPr algn="l"/>
            <a:r>
              <a:rPr sz="1600" b="1" i="0" dirty="0">
                <a:solidFill>
                  <a:srgbClr val="FFFFFF"/>
                </a:solidFill>
                <a:latin typeface="Arial"/>
              </a:rPr>
              <a:t>46 comments from </a:t>
            </a:r>
            <a:r>
              <a:rPr lang="en-GB" sz="1600" b="1" i="0" dirty="0">
                <a:solidFill>
                  <a:srgbClr val="FFFFFF"/>
                </a:solidFill>
                <a:latin typeface="Arial"/>
              </a:rPr>
              <a:t>~10</a:t>
            </a:r>
            <a:r>
              <a:rPr sz="1600" b="1" i="0" dirty="0">
                <a:solidFill>
                  <a:srgbClr val="FFFFFF"/>
                </a:solidFill>
                <a:latin typeface="Arial"/>
              </a:rPr>
              <a:t> organizations</a:t>
            </a:r>
            <a:r>
              <a:rPr lang="en-GB" sz="1600" b="1" dirty="0">
                <a:solidFill>
                  <a:srgbClr val="FFFFFF"/>
                </a:solidFill>
                <a:latin typeface="Arial"/>
              </a:rPr>
              <a:t>:</a:t>
            </a:r>
            <a:r>
              <a:rPr sz="1600" b="1" i="0" dirty="0">
                <a:solidFill>
                  <a:srgbClr val="FFFFFF"/>
                </a:solidFill>
                <a:latin typeface="Arial"/>
              </a:rPr>
              <a:t> World Vision, German Red Cross, REAP, Tufts / RCRC Climate Centre, DG ECHO</a:t>
            </a:r>
            <a:r>
              <a:rPr lang="en-GB" sz="1600" b="1" i="0" dirty="0">
                <a:solidFill>
                  <a:srgbClr val="FFFFFF"/>
                </a:solidFill>
                <a:latin typeface="Arial"/>
              </a:rPr>
              <a:t>, OCHA </a:t>
            </a:r>
            <a:r>
              <a:rPr sz="1600" b="1" i="0" dirty="0">
                <a:solidFill>
                  <a:srgbClr val="FFFFFF"/>
                </a:solidFill>
                <a:latin typeface="Arial"/>
              </a:rPr>
              <a:t>and others</a:t>
            </a:r>
            <a:r>
              <a:rPr lang="en-GB" sz="1600" b="1" i="0" dirty="0">
                <a:solidFill>
                  <a:srgbClr val="FFFFFF"/>
                </a:solidFill>
                <a:latin typeface="Arial"/>
              </a:rPr>
              <a:t>. E</a:t>
            </a:r>
            <a:r>
              <a:rPr sz="1600" b="1" i="0" dirty="0" err="1">
                <a:solidFill>
                  <a:srgbClr val="FFFFFF"/>
                </a:solidFill>
                <a:latin typeface="Arial"/>
              </a:rPr>
              <a:t>ight</a:t>
            </a:r>
            <a:r>
              <a:rPr sz="1600" b="1" i="0" dirty="0">
                <a:solidFill>
                  <a:srgbClr val="FFFFFF"/>
                </a:solidFill>
                <a:latin typeface="Arial"/>
              </a:rPr>
              <a:t> themes.</a:t>
            </a:r>
          </a:p>
        </p:txBody>
      </p:sp>
      <p:sp>
        <p:nvSpPr>
          <p:cNvPr id="6" name="TextBox 5"/>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FFFFFF"/>
                </a:solidFill>
                <a:latin typeface="Arial"/>
              </a:rPr>
              <a:t>15</a:t>
            </a:r>
          </a:p>
        </p:txBody>
      </p:sp>
      <p:sp>
        <p:nvSpPr>
          <p:cNvPr id="7" name="TextBox 6">
            <a:extLst>
              <a:ext uri="{FF2B5EF4-FFF2-40B4-BE49-F238E27FC236}">
                <a16:creationId xmlns:a16="http://schemas.microsoft.com/office/drawing/2014/main" id="{E3712081-3D59-185F-5B6F-2BAB32A3F3EA}"/>
              </a:ext>
            </a:extLst>
          </p:cNvPr>
          <p:cNvSpPr txBox="1"/>
          <p:nvPr/>
        </p:nvSpPr>
        <p:spPr>
          <a:xfrm>
            <a:off x="685800" y="5826834"/>
            <a:ext cx="9584227" cy="276999"/>
          </a:xfrm>
          <a:prstGeom prst="rect">
            <a:avLst/>
          </a:prstGeom>
          <a:noFill/>
        </p:spPr>
        <p:txBody>
          <a:bodyPr wrap="none" rtlCol="0">
            <a:spAutoFit/>
          </a:bodyPr>
          <a:lstStyle/>
          <a:p>
            <a:r>
              <a:rPr lang="en-GB" sz="1200" dirty="0">
                <a:solidFill>
                  <a:schemeClr val="bg1"/>
                </a:solidFill>
              </a:rPr>
              <a:t>Please note we have received several comments into the document since this morning which are not included in the comments discussed in the slides.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502920"/>
            <a:ext cx="502920"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754380"/>
            <a:ext cx="10789920" cy="1188720"/>
          </a:xfrm>
          <a:prstGeom prst="rect">
            <a:avLst/>
          </a:prstGeom>
          <a:noFill/>
        </p:spPr>
        <p:txBody>
          <a:bodyPr wrap="square" lIns="0" tIns="0" rIns="0" bIns="0" anchor="t">
            <a:spAutoFit/>
          </a:bodyPr>
          <a:lstStyle/>
          <a:p>
            <a:pPr algn="l"/>
            <a:r>
              <a:rPr sz="2700" b="1" i="0" dirty="0">
                <a:solidFill>
                  <a:srgbClr val="0E2A4E"/>
                </a:solidFill>
                <a:latin typeface="Arial"/>
              </a:rPr>
              <a:t>Scope &amp; framing: what evidence, and for whom?</a:t>
            </a:r>
          </a:p>
        </p:txBody>
      </p:sp>
      <p:sp>
        <p:nvSpPr>
          <p:cNvPr id="4" name="Oval 3"/>
          <p:cNvSpPr/>
          <p:nvPr/>
        </p:nvSpPr>
        <p:spPr>
          <a:xfrm>
            <a:off x="640080" y="1572768"/>
            <a:ext cx="118872" cy="118872"/>
          </a:xfrm>
          <a:prstGeom prst="ellipse">
            <a:avLst/>
          </a:prstGeom>
          <a:solidFill>
            <a:srgbClr val="2E6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537366"/>
            <a:ext cx="10561320" cy="731520"/>
          </a:xfrm>
          <a:prstGeom prst="rect">
            <a:avLst/>
          </a:prstGeom>
          <a:noFill/>
        </p:spPr>
        <p:txBody>
          <a:bodyPr wrap="square" lIns="0" tIns="0" rIns="0" bIns="0" anchor="t">
            <a:spAutoFit/>
          </a:bodyPr>
          <a:lstStyle/>
          <a:p>
            <a:pPr algn="l"/>
            <a:r>
              <a:rPr sz="1350" b="0" i="0" dirty="0">
                <a:solidFill>
                  <a:srgbClr val="202833"/>
                </a:solidFill>
                <a:latin typeface="Arial"/>
              </a:rPr>
              <a:t>Clarify whether the agenda is about what works in AA (and what doesn't) or the case for AA vs response.</a:t>
            </a:r>
            <a:r>
              <a:rPr sz="1050" b="0" i="1" dirty="0">
                <a:solidFill>
                  <a:srgbClr val="8A97A5"/>
                </a:solidFill>
                <a:latin typeface="Arial"/>
              </a:rPr>
              <a:t>   GRC</a:t>
            </a:r>
          </a:p>
        </p:txBody>
      </p:sp>
      <p:sp>
        <p:nvSpPr>
          <p:cNvPr id="6" name="Oval 5"/>
          <p:cNvSpPr/>
          <p:nvPr/>
        </p:nvSpPr>
        <p:spPr>
          <a:xfrm>
            <a:off x="640080" y="2322576"/>
            <a:ext cx="118872" cy="118872"/>
          </a:xfrm>
          <a:prstGeom prst="ellipse">
            <a:avLst/>
          </a:prstGeom>
          <a:solidFill>
            <a:srgbClr val="2E6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287174"/>
            <a:ext cx="10561320" cy="207749"/>
          </a:xfrm>
          <a:prstGeom prst="rect">
            <a:avLst/>
          </a:prstGeom>
          <a:noFill/>
        </p:spPr>
        <p:txBody>
          <a:bodyPr wrap="square" lIns="0" tIns="0" rIns="0" bIns="0" anchor="t">
            <a:spAutoFit/>
          </a:bodyPr>
          <a:lstStyle/>
          <a:p>
            <a:pPr algn="l"/>
            <a:r>
              <a:rPr lang="en-GB" sz="1350" b="0" i="0" dirty="0">
                <a:solidFill>
                  <a:srgbClr val="202833"/>
                </a:solidFill>
                <a:latin typeface="Arial"/>
              </a:rPr>
              <a:t>Clarify whether we are still about </a:t>
            </a:r>
            <a:r>
              <a:rPr sz="1350" b="0" i="0" dirty="0">
                <a:solidFill>
                  <a:srgbClr val="202833"/>
                </a:solidFill>
                <a:latin typeface="Arial"/>
              </a:rPr>
              <a:t>“make the case” </a:t>
            </a:r>
            <a:r>
              <a:rPr lang="en-GB" sz="1350" b="0" i="0" dirty="0">
                <a:solidFill>
                  <a:srgbClr val="202833"/>
                </a:solidFill>
                <a:latin typeface="Arial"/>
              </a:rPr>
              <a:t>of if AA works </a:t>
            </a:r>
            <a:r>
              <a:rPr sz="1350" b="0" i="0" dirty="0">
                <a:solidFill>
                  <a:srgbClr val="202833"/>
                </a:solidFill>
                <a:latin typeface="Arial"/>
              </a:rPr>
              <a:t>while the questions have moved to “making AA work better”.</a:t>
            </a:r>
            <a:r>
              <a:rPr sz="1050" b="0" i="1" dirty="0">
                <a:solidFill>
                  <a:srgbClr val="8A97A5"/>
                </a:solidFill>
                <a:latin typeface="Arial"/>
              </a:rPr>
              <a:t>   GRC</a:t>
            </a:r>
          </a:p>
        </p:txBody>
      </p:sp>
      <p:sp>
        <p:nvSpPr>
          <p:cNvPr id="8" name="Oval 7"/>
          <p:cNvSpPr/>
          <p:nvPr/>
        </p:nvSpPr>
        <p:spPr>
          <a:xfrm>
            <a:off x="640080" y="3072384"/>
            <a:ext cx="118872" cy="118872"/>
          </a:xfrm>
          <a:prstGeom prst="ellipse">
            <a:avLst/>
          </a:prstGeom>
          <a:solidFill>
            <a:srgbClr val="2E6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3017520"/>
            <a:ext cx="10561320" cy="207749"/>
          </a:xfrm>
          <a:prstGeom prst="rect">
            <a:avLst/>
          </a:prstGeom>
          <a:noFill/>
        </p:spPr>
        <p:txBody>
          <a:bodyPr wrap="square" lIns="0" tIns="0" rIns="0" bIns="0" anchor="t">
            <a:spAutoFit/>
          </a:bodyPr>
          <a:lstStyle/>
          <a:p>
            <a:pPr algn="l"/>
            <a:r>
              <a:rPr sz="1350" b="0" i="0" dirty="0">
                <a:solidFill>
                  <a:srgbClr val="202833"/>
                </a:solidFill>
                <a:latin typeface="Arial"/>
              </a:rPr>
              <a:t>Broaden scope to the country / national-policy perspective, not only how organizations coordinate.</a:t>
            </a:r>
            <a:r>
              <a:rPr sz="1050" b="0" i="1" dirty="0">
                <a:solidFill>
                  <a:srgbClr val="8A97A5"/>
                </a:solidFill>
                <a:latin typeface="Arial"/>
              </a:rPr>
              <a:t>   REAP</a:t>
            </a:r>
          </a:p>
        </p:txBody>
      </p:sp>
      <p:sp>
        <p:nvSpPr>
          <p:cNvPr id="10" name="Oval 9"/>
          <p:cNvSpPr/>
          <p:nvPr/>
        </p:nvSpPr>
        <p:spPr>
          <a:xfrm>
            <a:off x="640080" y="3822192"/>
            <a:ext cx="118872" cy="118872"/>
          </a:xfrm>
          <a:prstGeom prst="ellipse">
            <a:avLst/>
          </a:prstGeom>
          <a:solidFill>
            <a:srgbClr val="2E6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3749040"/>
            <a:ext cx="10561320" cy="731520"/>
          </a:xfrm>
          <a:prstGeom prst="rect">
            <a:avLst/>
          </a:prstGeom>
          <a:noFill/>
        </p:spPr>
        <p:txBody>
          <a:bodyPr wrap="square" lIns="0" tIns="0" rIns="0" bIns="0" anchor="t">
            <a:spAutoFit/>
          </a:bodyPr>
          <a:lstStyle/>
          <a:p>
            <a:pPr algn="l"/>
            <a:r>
              <a:rPr sz="1350" b="0" i="0" dirty="0">
                <a:solidFill>
                  <a:srgbClr val="202833"/>
                </a:solidFill>
                <a:latin typeface="Arial"/>
              </a:rPr>
              <a:t>Title risks confusion with “learning” as training; keep JLAA and gloss “learning” as evidence.</a:t>
            </a:r>
            <a:r>
              <a:rPr sz="1050" b="0" i="1" dirty="0">
                <a:solidFill>
                  <a:srgbClr val="8A97A5"/>
                </a:solidFill>
                <a:latin typeface="Arial"/>
              </a:rPr>
              <a:t>   GRC</a:t>
            </a:r>
          </a:p>
        </p:txBody>
      </p:sp>
      <p:sp>
        <p:nvSpPr>
          <p:cNvPr id="12" name="Oval 11"/>
          <p:cNvSpPr/>
          <p:nvPr/>
        </p:nvSpPr>
        <p:spPr>
          <a:xfrm>
            <a:off x="656299" y="4572000"/>
            <a:ext cx="118872" cy="118872"/>
          </a:xfrm>
          <a:prstGeom prst="ellipse">
            <a:avLst/>
          </a:prstGeom>
          <a:solidFill>
            <a:srgbClr val="2E6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4549141"/>
            <a:ext cx="10561320" cy="731520"/>
          </a:xfrm>
          <a:prstGeom prst="rect">
            <a:avLst/>
          </a:prstGeom>
          <a:noFill/>
        </p:spPr>
        <p:txBody>
          <a:bodyPr wrap="square" lIns="0" tIns="0" rIns="0" bIns="0" anchor="t">
            <a:spAutoFit/>
          </a:bodyPr>
          <a:lstStyle/>
          <a:p>
            <a:pPr algn="l"/>
            <a:r>
              <a:rPr sz="1350" b="0" i="0" dirty="0">
                <a:solidFill>
                  <a:srgbClr val="202833"/>
                </a:solidFill>
                <a:latin typeface="Arial"/>
              </a:rPr>
              <a:t>Be explicit on whether scope reaches beyond the humanitarian sector (development, climate).</a:t>
            </a:r>
            <a:r>
              <a:rPr sz="1050" b="0" i="1" dirty="0">
                <a:solidFill>
                  <a:srgbClr val="8A97A5"/>
                </a:solidFill>
                <a:latin typeface="Arial"/>
              </a:rPr>
              <a:t>   Tufts / Climate Centre</a:t>
            </a:r>
          </a:p>
        </p:txBody>
      </p:sp>
      <p:sp>
        <p:nvSpPr>
          <p:cNvPr id="17" name="TextBox 16"/>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8A97A5"/>
                </a:solidFill>
                <a:latin typeface="Arial"/>
              </a:rPr>
              <a:t>17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708660"/>
            <a:ext cx="502920"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949244"/>
            <a:ext cx="11002581" cy="415498"/>
          </a:xfrm>
          <a:prstGeom prst="rect">
            <a:avLst/>
          </a:prstGeom>
          <a:noFill/>
        </p:spPr>
        <p:txBody>
          <a:bodyPr wrap="square" lIns="0" tIns="0" rIns="0" bIns="0" anchor="t">
            <a:spAutoFit/>
          </a:bodyPr>
          <a:lstStyle/>
          <a:p>
            <a:pPr algn="l"/>
            <a:r>
              <a:rPr lang="en-GB" sz="2700" b="1" i="0" dirty="0">
                <a:solidFill>
                  <a:srgbClr val="0E2A4E"/>
                </a:solidFill>
                <a:latin typeface="Arial"/>
              </a:rPr>
              <a:t>Gap 1 (Optimal conditions) and Gap 2 (Long-term outcomes)</a:t>
            </a:r>
            <a:endParaRPr sz="2700" b="1" i="0" dirty="0">
              <a:solidFill>
                <a:srgbClr val="0E2A4E"/>
              </a:solidFill>
              <a:latin typeface="Arial"/>
            </a:endParaRPr>
          </a:p>
        </p:txBody>
      </p:sp>
      <p:sp>
        <p:nvSpPr>
          <p:cNvPr id="4" name="Oval 3"/>
          <p:cNvSpPr/>
          <p:nvPr/>
        </p:nvSpPr>
        <p:spPr>
          <a:xfrm>
            <a:off x="639381" y="1744218"/>
            <a:ext cx="118872" cy="118872"/>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90600" y="1697129"/>
            <a:ext cx="10561320" cy="207749"/>
          </a:xfrm>
          <a:prstGeom prst="rect">
            <a:avLst/>
          </a:prstGeom>
          <a:noFill/>
        </p:spPr>
        <p:txBody>
          <a:bodyPr wrap="square" lIns="0" tIns="0" rIns="0" bIns="0" anchor="t">
            <a:spAutoFit/>
          </a:bodyPr>
          <a:lstStyle/>
          <a:p>
            <a:pPr algn="l"/>
            <a:r>
              <a:rPr sz="1350" b="0" i="0" dirty="0">
                <a:solidFill>
                  <a:srgbClr val="202833"/>
                </a:solidFill>
                <a:latin typeface="Arial"/>
              </a:rPr>
              <a:t>Add an explicit targeting question</a:t>
            </a:r>
            <a:r>
              <a:rPr lang="en-GB" sz="1350" b="0" i="0" dirty="0">
                <a:solidFill>
                  <a:srgbClr val="202833"/>
                </a:solidFill>
                <a:latin typeface="Arial"/>
              </a:rPr>
              <a:t>: </a:t>
            </a:r>
            <a:r>
              <a:rPr sz="1350" b="0" i="0" dirty="0">
                <a:solidFill>
                  <a:srgbClr val="202833"/>
                </a:solidFill>
                <a:latin typeface="Arial"/>
              </a:rPr>
              <a:t>who benefits most, and the right targeting approach for AA.</a:t>
            </a:r>
            <a:r>
              <a:rPr sz="1050" b="0" i="1" dirty="0">
                <a:solidFill>
                  <a:srgbClr val="8A97A5"/>
                </a:solidFill>
                <a:latin typeface="Arial"/>
              </a:rPr>
              <a:t>   CRS / GRC (x2)</a:t>
            </a:r>
          </a:p>
        </p:txBody>
      </p:sp>
      <p:sp>
        <p:nvSpPr>
          <p:cNvPr id="6" name="Oval 5"/>
          <p:cNvSpPr/>
          <p:nvPr/>
        </p:nvSpPr>
        <p:spPr>
          <a:xfrm>
            <a:off x="650958" y="2336878"/>
            <a:ext cx="118872" cy="118872"/>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90600" y="2313068"/>
            <a:ext cx="10561320" cy="731520"/>
          </a:xfrm>
          <a:prstGeom prst="rect">
            <a:avLst/>
          </a:prstGeom>
          <a:noFill/>
        </p:spPr>
        <p:txBody>
          <a:bodyPr wrap="square" lIns="0" tIns="0" rIns="0" bIns="0" anchor="t">
            <a:spAutoFit/>
          </a:bodyPr>
          <a:lstStyle/>
          <a:p>
            <a:pPr algn="l"/>
            <a:r>
              <a:rPr sz="1350" b="0" i="0" dirty="0">
                <a:solidFill>
                  <a:srgbClr val="202833"/>
                </a:solidFill>
                <a:latin typeface="Arial"/>
              </a:rPr>
              <a:t>Add delivery channel as a design feature (UN, government social protection, local &amp; faith-based).</a:t>
            </a:r>
            <a:r>
              <a:rPr sz="1050" b="0" i="1" dirty="0">
                <a:solidFill>
                  <a:srgbClr val="8A97A5"/>
                </a:solidFill>
                <a:latin typeface="Arial"/>
              </a:rPr>
              <a:t>   World Vision</a:t>
            </a:r>
          </a:p>
        </p:txBody>
      </p:sp>
      <p:sp>
        <p:nvSpPr>
          <p:cNvPr id="8" name="Oval 7"/>
          <p:cNvSpPr/>
          <p:nvPr/>
        </p:nvSpPr>
        <p:spPr>
          <a:xfrm>
            <a:off x="639381" y="2925716"/>
            <a:ext cx="118872" cy="118872"/>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90600" y="2881277"/>
            <a:ext cx="10561320" cy="207749"/>
          </a:xfrm>
          <a:prstGeom prst="rect">
            <a:avLst/>
          </a:prstGeom>
          <a:noFill/>
        </p:spPr>
        <p:txBody>
          <a:bodyPr wrap="square" lIns="0" tIns="0" rIns="0" bIns="0" anchor="t">
            <a:spAutoFit/>
          </a:bodyPr>
          <a:lstStyle/>
          <a:p>
            <a:pPr algn="l"/>
            <a:r>
              <a:rPr sz="1350" b="0" i="0" dirty="0">
                <a:solidFill>
                  <a:srgbClr val="202833"/>
                </a:solidFill>
                <a:latin typeface="Arial"/>
              </a:rPr>
              <a:t>Clarify “trigger timing”; include return period / event severity</a:t>
            </a:r>
            <a:r>
              <a:rPr lang="en-GB" sz="1350" dirty="0">
                <a:solidFill>
                  <a:srgbClr val="202833"/>
                </a:solidFill>
                <a:latin typeface="Arial"/>
              </a:rPr>
              <a:t>.</a:t>
            </a:r>
            <a:r>
              <a:rPr sz="1350" b="0" i="0" dirty="0">
                <a:solidFill>
                  <a:srgbClr val="202833"/>
                </a:solidFill>
                <a:latin typeface="Arial"/>
              </a:rPr>
              <a:t> </a:t>
            </a:r>
            <a:r>
              <a:rPr lang="en-GB" sz="1350" b="0" i="0" dirty="0">
                <a:solidFill>
                  <a:srgbClr val="202833"/>
                </a:solidFill>
                <a:latin typeface="Arial"/>
              </a:rPr>
              <a:t>I</a:t>
            </a:r>
            <a:r>
              <a:rPr sz="1350" b="0" i="0" dirty="0">
                <a:solidFill>
                  <a:srgbClr val="202833"/>
                </a:solidFill>
                <a:latin typeface="Arial"/>
              </a:rPr>
              <a:t>s AA better for frequent or rare events?</a:t>
            </a:r>
            <a:r>
              <a:rPr sz="1050" b="0" i="1" dirty="0">
                <a:solidFill>
                  <a:srgbClr val="8A97A5"/>
                </a:solidFill>
                <a:latin typeface="Arial"/>
              </a:rPr>
              <a:t>   DG ECHO</a:t>
            </a:r>
          </a:p>
        </p:txBody>
      </p:sp>
      <p:sp>
        <p:nvSpPr>
          <p:cNvPr id="10" name="Oval 9"/>
          <p:cNvSpPr/>
          <p:nvPr/>
        </p:nvSpPr>
        <p:spPr>
          <a:xfrm>
            <a:off x="650958" y="3588241"/>
            <a:ext cx="118872" cy="118872"/>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90600" y="3546840"/>
            <a:ext cx="10561320" cy="207749"/>
          </a:xfrm>
          <a:prstGeom prst="rect">
            <a:avLst/>
          </a:prstGeom>
          <a:noFill/>
        </p:spPr>
        <p:txBody>
          <a:bodyPr wrap="square" lIns="0" tIns="0" rIns="0" bIns="0" anchor="t">
            <a:spAutoFit/>
          </a:bodyPr>
          <a:lstStyle/>
          <a:p>
            <a:pPr algn="l"/>
            <a:r>
              <a:rPr sz="1350" b="0" i="0" dirty="0">
                <a:solidFill>
                  <a:srgbClr val="202833"/>
                </a:solidFill>
                <a:latin typeface="Arial"/>
              </a:rPr>
              <a:t>Questions may be too broad to answer well</a:t>
            </a:r>
            <a:r>
              <a:rPr lang="en-GB" sz="1350" dirty="0">
                <a:solidFill>
                  <a:srgbClr val="202833"/>
                </a:solidFill>
                <a:latin typeface="Arial"/>
              </a:rPr>
              <a:t>:</a:t>
            </a:r>
            <a:r>
              <a:rPr sz="1350" b="0" i="0" dirty="0">
                <a:solidFill>
                  <a:srgbClr val="202833"/>
                </a:solidFill>
                <a:latin typeface="Arial"/>
              </a:rPr>
              <a:t> design features differ by hazard and country.</a:t>
            </a:r>
            <a:r>
              <a:rPr sz="1050" b="0" i="1" dirty="0">
                <a:solidFill>
                  <a:srgbClr val="8A97A5"/>
                </a:solidFill>
                <a:latin typeface="Arial"/>
              </a:rPr>
              <a:t>   Tufts / Climate Centre</a:t>
            </a:r>
          </a:p>
        </p:txBody>
      </p:sp>
      <p:sp>
        <p:nvSpPr>
          <p:cNvPr id="17" name="TextBox 16"/>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8A97A5"/>
                </a:solidFill>
                <a:latin typeface="Arial"/>
              </a:rPr>
              <a:t>18</a:t>
            </a:r>
          </a:p>
        </p:txBody>
      </p:sp>
      <p:sp>
        <p:nvSpPr>
          <p:cNvPr id="15" name="Oval 14">
            <a:extLst>
              <a:ext uri="{FF2B5EF4-FFF2-40B4-BE49-F238E27FC236}">
                <a16:creationId xmlns:a16="http://schemas.microsoft.com/office/drawing/2014/main" id="{3BC11436-51F0-996D-54E9-28C3568E09EA}"/>
              </a:ext>
            </a:extLst>
          </p:cNvPr>
          <p:cNvSpPr/>
          <p:nvPr/>
        </p:nvSpPr>
        <p:spPr>
          <a:xfrm>
            <a:off x="647575" y="4250766"/>
            <a:ext cx="118872" cy="118872"/>
          </a:xfrm>
          <a:prstGeom prst="ellipse">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0A30DA90-D6B3-6A44-F2AB-4CFDBBE1AC64}"/>
              </a:ext>
            </a:extLst>
          </p:cNvPr>
          <p:cNvSpPr txBox="1"/>
          <p:nvPr/>
        </p:nvSpPr>
        <p:spPr>
          <a:xfrm>
            <a:off x="990600" y="4253366"/>
            <a:ext cx="10561320" cy="207749"/>
          </a:xfrm>
          <a:prstGeom prst="rect">
            <a:avLst/>
          </a:prstGeom>
          <a:noFill/>
        </p:spPr>
        <p:txBody>
          <a:bodyPr wrap="square" lIns="0" tIns="0" rIns="0" bIns="0" anchor="t">
            <a:spAutoFit/>
          </a:bodyPr>
          <a:lstStyle/>
          <a:p>
            <a:pPr algn="l"/>
            <a:r>
              <a:rPr sz="1350" b="0" i="0" dirty="0">
                <a:solidFill>
                  <a:srgbClr val="202833"/>
                </a:solidFill>
                <a:latin typeface="Arial"/>
              </a:rPr>
              <a:t>Make children explicit in Gap 2: nutrition, continuity of education, protection risks (child labor, early marriage).</a:t>
            </a:r>
            <a:r>
              <a:rPr sz="1050" b="0" i="1" dirty="0">
                <a:solidFill>
                  <a:srgbClr val="8A97A5"/>
                </a:solidFill>
                <a:latin typeface="Arial"/>
              </a:rPr>
              <a:t>   World Vision</a:t>
            </a:r>
          </a:p>
        </p:txBody>
      </p:sp>
      <p:sp>
        <p:nvSpPr>
          <p:cNvPr id="20" name="Oval 19">
            <a:extLst>
              <a:ext uri="{FF2B5EF4-FFF2-40B4-BE49-F238E27FC236}">
                <a16:creationId xmlns:a16="http://schemas.microsoft.com/office/drawing/2014/main" id="{FECC281B-8665-FEB6-D551-2D5E8B3F08B9}"/>
              </a:ext>
            </a:extLst>
          </p:cNvPr>
          <p:cNvSpPr/>
          <p:nvPr/>
        </p:nvSpPr>
        <p:spPr>
          <a:xfrm>
            <a:off x="647575" y="4908770"/>
            <a:ext cx="118872" cy="118872"/>
          </a:xfrm>
          <a:prstGeom prst="ellipse">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A2439678-0170-9353-501A-B5EA35C3462D}"/>
              </a:ext>
            </a:extLst>
          </p:cNvPr>
          <p:cNvSpPr txBox="1"/>
          <p:nvPr/>
        </p:nvSpPr>
        <p:spPr>
          <a:xfrm>
            <a:off x="983105" y="4864331"/>
            <a:ext cx="10561320" cy="207749"/>
          </a:xfrm>
          <a:prstGeom prst="rect">
            <a:avLst/>
          </a:prstGeom>
          <a:noFill/>
        </p:spPr>
        <p:txBody>
          <a:bodyPr wrap="square" lIns="0" tIns="0" rIns="0" bIns="0" anchor="t">
            <a:spAutoFit/>
          </a:bodyPr>
          <a:lstStyle/>
          <a:p>
            <a:pPr algn="l"/>
            <a:r>
              <a:rPr sz="1350" b="0" i="0" dirty="0">
                <a:solidFill>
                  <a:srgbClr val="202833"/>
                </a:solidFill>
                <a:latin typeface="Arial"/>
              </a:rPr>
              <a:t>Capture developmental outcomes</a:t>
            </a:r>
            <a:r>
              <a:rPr lang="en-GB" sz="1350" b="0" i="0" dirty="0">
                <a:solidFill>
                  <a:srgbClr val="202833"/>
                </a:solidFill>
                <a:latin typeface="Arial"/>
              </a:rPr>
              <a:t>:</a:t>
            </a:r>
            <a:r>
              <a:rPr sz="1350" b="0" i="0" dirty="0">
                <a:solidFill>
                  <a:srgbClr val="202833"/>
                </a:solidFill>
                <a:latin typeface="Arial"/>
              </a:rPr>
              <a:t> poverty, productivity, protection of private investment to attract development / private funding.</a:t>
            </a:r>
            <a:r>
              <a:rPr sz="1050" b="0" i="1" dirty="0">
                <a:solidFill>
                  <a:srgbClr val="8A97A5"/>
                </a:solidFill>
                <a:latin typeface="Arial"/>
              </a:rPr>
              <a:t>   DG ECHO</a:t>
            </a:r>
          </a:p>
        </p:txBody>
      </p:sp>
      <p:sp>
        <p:nvSpPr>
          <p:cNvPr id="32" name="Oval 31">
            <a:extLst>
              <a:ext uri="{FF2B5EF4-FFF2-40B4-BE49-F238E27FC236}">
                <a16:creationId xmlns:a16="http://schemas.microsoft.com/office/drawing/2014/main" id="{DC1A80AE-0A59-65AD-9ABA-AAEA82F81D02}"/>
              </a:ext>
            </a:extLst>
          </p:cNvPr>
          <p:cNvSpPr/>
          <p:nvPr/>
        </p:nvSpPr>
        <p:spPr>
          <a:xfrm>
            <a:off x="647575" y="5575816"/>
            <a:ext cx="118872" cy="118872"/>
          </a:xfrm>
          <a:prstGeom prst="ellipse">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A1E48C94-37E6-A678-A5CB-75EF2E651581}"/>
              </a:ext>
            </a:extLst>
          </p:cNvPr>
          <p:cNvSpPr txBox="1"/>
          <p:nvPr/>
        </p:nvSpPr>
        <p:spPr>
          <a:xfrm>
            <a:off x="983105" y="5526668"/>
            <a:ext cx="10561320" cy="731520"/>
          </a:xfrm>
          <a:prstGeom prst="rect">
            <a:avLst/>
          </a:prstGeom>
          <a:noFill/>
        </p:spPr>
        <p:txBody>
          <a:bodyPr wrap="square" lIns="0" tIns="0" rIns="0" bIns="0" anchor="t">
            <a:spAutoFit/>
          </a:bodyPr>
          <a:lstStyle/>
          <a:p>
            <a:pPr algn="l"/>
            <a:r>
              <a:rPr sz="1350" b="0" i="0" dirty="0">
                <a:solidFill>
                  <a:srgbClr val="202833"/>
                </a:solidFill>
                <a:latin typeface="Arial"/>
              </a:rPr>
              <a:t>Welcomed as a genuine addition the Window does not cover.</a:t>
            </a:r>
            <a:r>
              <a:rPr sz="1050" b="0" i="1" dirty="0">
                <a:solidFill>
                  <a:srgbClr val="8A97A5"/>
                </a:solidFill>
                <a:latin typeface="Arial"/>
              </a:rPr>
              <a:t>   Tufts / Climate Centre</a:t>
            </a:r>
          </a:p>
        </p:txBody>
      </p:sp>
      <p:sp>
        <p:nvSpPr>
          <p:cNvPr id="40" name="Oval 39">
            <a:extLst>
              <a:ext uri="{FF2B5EF4-FFF2-40B4-BE49-F238E27FC236}">
                <a16:creationId xmlns:a16="http://schemas.microsoft.com/office/drawing/2014/main" id="{E91177C0-16FA-40C7-FB6A-1AA172872799}"/>
              </a:ext>
            </a:extLst>
          </p:cNvPr>
          <p:cNvSpPr/>
          <p:nvPr/>
        </p:nvSpPr>
        <p:spPr>
          <a:xfrm>
            <a:off x="639381" y="6242862"/>
            <a:ext cx="118872" cy="118872"/>
          </a:xfrm>
          <a:prstGeom prst="ellipse">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735F9976-4E01-C406-237C-DE58180B5FE4}"/>
              </a:ext>
            </a:extLst>
          </p:cNvPr>
          <p:cNvSpPr txBox="1"/>
          <p:nvPr/>
        </p:nvSpPr>
        <p:spPr>
          <a:xfrm>
            <a:off x="974911" y="6199005"/>
            <a:ext cx="10561320" cy="207749"/>
          </a:xfrm>
          <a:prstGeom prst="rect">
            <a:avLst/>
          </a:prstGeom>
          <a:noFill/>
        </p:spPr>
        <p:txBody>
          <a:bodyPr wrap="square" lIns="0" tIns="0" rIns="0" bIns="0" anchor="t">
            <a:spAutoFit/>
          </a:bodyPr>
          <a:lstStyle/>
          <a:p>
            <a:pPr algn="l"/>
            <a:r>
              <a:rPr sz="1350" b="0" i="0" dirty="0">
                <a:solidFill>
                  <a:srgbClr val="202833"/>
                </a:solidFill>
                <a:latin typeface="Arial"/>
              </a:rPr>
              <a:t>Make expected long-term effects proportionate to dose</a:t>
            </a:r>
            <a:r>
              <a:rPr lang="en-GB" sz="1350" b="0" i="0" dirty="0">
                <a:solidFill>
                  <a:srgbClr val="202833"/>
                </a:solidFill>
                <a:latin typeface="Arial"/>
              </a:rPr>
              <a:t>: </a:t>
            </a:r>
            <a:r>
              <a:rPr sz="1350" b="0" i="0" dirty="0">
                <a:solidFill>
                  <a:srgbClr val="202833"/>
                </a:solidFill>
                <a:latin typeface="Arial"/>
              </a:rPr>
              <a:t>1–2 months of assistance cannot yield lasting outcomes.</a:t>
            </a:r>
            <a:r>
              <a:rPr sz="1050" b="0" i="1" dirty="0">
                <a:solidFill>
                  <a:srgbClr val="8A97A5"/>
                </a:solidFill>
                <a:latin typeface="Arial"/>
              </a:rPr>
              <a:t>   (reviewer)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502920"/>
            <a:ext cx="502920"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791510"/>
            <a:ext cx="10789920" cy="415498"/>
          </a:xfrm>
          <a:prstGeom prst="rect">
            <a:avLst/>
          </a:prstGeom>
          <a:noFill/>
        </p:spPr>
        <p:txBody>
          <a:bodyPr wrap="square" lIns="0" tIns="0" rIns="0" bIns="0" anchor="t">
            <a:spAutoFit/>
          </a:bodyPr>
          <a:lstStyle/>
          <a:p>
            <a:pPr algn="l"/>
            <a:r>
              <a:rPr sz="2700" b="1" i="0" dirty="0">
                <a:solidFill>
                  <a:srgbClr val="0E2A4E"/>
                </a:solidFill>
                <a:latin typeface="Arial"/>
              </a:rPr>
              <a:t>Cost-effectiveness</a:t>
            </a:r>
            <a:r>
              <a:rPr lang="en-GB" sz="2700" b="1" i="0" dirty="0">
                <a:solidFill>
                  <a:srgbClr val="0E2A4E"/>
                </a:solidFill>
                <a:latin typeface="Arial"/>
              </a:rPr>
              <a:t>, coverage and equity</a:t>
            </a:r>
            <a:endParaRPr sz="2700" b="1" i="0" dirty="0">
              <a:solidFill>
                <a:srgbClr val="0E2A4E"/>
              </a:solidFill>
              <a:latin typeface="Arial"/>
            </a:endParaRPr>
          </a:p>
        </p:txBody>
      </p:sp>
      <p:sp>
        <p:nvSpPr>
          <p:cNvPr id="4" name="Oval 3"/>
          <p:cNvSpPr/>
          <p:nvPr/>
        </p:nvSpPr>
        <p:spPr>
          <a:xfrm>
            <a:off x="640080" y="1572768"/>
            <a:ext cx="118872" cy="118872"/>
          </a:xfrm>
          <a:prstGeom prst="ellipse">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508760"/>
            <a:ext cx="10561320" cy="207749"/>
          </a:xfrm>
          <a:prstGeom prst="rect">
            <a:avLst/>
          </a:prstGeom>
          <a:noFill/>
        </p:spPr>
        <p:txBody>
          <a:bodyPr wrap="square" lIns="0" tIns="0" rIns="0" bIns="0" anchor="t">
            <a:spAutoFit/>
          </a:bodyPr>
          <a:lstStyle/>
          <a:p>
            <a:pPr algn="l"/>
            <a:r>
              <a:rPr sz="1350" b="0" i="0" dirty="0">
                <a:solidFill>
                  <a:srgbClr val="202833"/>
                </a:solidFill>
                <a:latin typeface="Arial"/>
              </a:rPr>
              <a:t>Define and distinguish cost-effectiveness vs cost-benefit </a:t>
            </a:r>
            <a:r>
              <a:rPr lang="en-GB" sz="1350" b="0" i="0" dirty="0">
                <a:solidFill>
                  <a:srgbClr val="202833"/>
                </a:solidFill>
                <a:latin typeface="Arial"/>
              </a:rPr>
              <a:t>analysis and</a:t>
            </a:r>
            <a:r>
              <a:rPr sz="1350" b="0" i="0" dirty="0">
                <a:solidFill>
                  <a:srgbClr val="202833"/>
                </a:solidFill>
                <a:latin typeface="Arial"/>
              </a:rPr>
              <a:t> set a standard method before studies are pooled.</a:t>
            </a:r>
            <a:r>
              <a:rPr sz="1050" b="0" i="1" dirty="0">
                <a:solidFill>
                  <a:srgbClr val="8A97A5"/>
                </a:solidFill>
                <a:latin typeface="Arial"/>
              </a:rPr>
              <a:t>   CRS / GRC</a:t>
            </a:r>
          </a:p>
        </p:txBody>
      </p:sp>
      <p:sp>
        <p:nvSpPr>
          <p:cNvPr id="6" name="Oval 5"/>
          <p:cNvSpPr/>
          <p:nvPr/>
        </p:nvSpPr>
        <p:spPr>
          <a:xfrm>
            <a:off x="640080" y="2322576"/>
            <a:ext cx="118872" cy="118872"/>
          </a:xfrm>
          <a:prstGeom prst="ellipse">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258568"/>
            <a:ext cx="10561320" cy="207749"/>
          </a:xfrm>
          <a:prstGeom prst="rect">
            <a:avLst/>
          </a:prstGeom>
          <a:noFill/>
        </p:spPr>
        <p:txBody>
          <a:bodyPr wrap="square" lIns="0" tIns="0" rIns="0" bIns="0" anchor="t">
            <a:spAutoFit/>
          </a:bodyPr>
          <a:lstStyle/>
          <a:p>
            <a:pPr algn="l"/>
            <a:r>
              <a:rPr sz="1350" b="0" i="0" dirty="0">
                <a:solidFill>
                  <a:srgbClr val="202833"/>
                </a:solidFill>
                <a:latin typeface="Arial"/>
              </a:rPr>
              <a:t>Specify </a:t>
            </a:r>
            <a:r>
              <a:rPr lang="en-GB" sz="1350" b="0" i="0" dirty="0">
                <a:solidFill>
                  <a:srgbClr val="202833"/>
                </a:solidFill>
                <a:latin typeface="Arial"/>
              </a:rPr>
              <a:t>perspective of analysis: </a:t>
            </a:r>
            <a:r>
              <a:rPr sz="1350" b="0" i="0" dirty="0">
                <a:solidFill>
                  <a:srgbClr val="202833"/>
                </a:solidFill>
                <a:latin typeface="Arial"/>
              </a:rPr>
              <a:t>opportunity cost: what else would that actor fund?</a:t>
            </a:r>
            <a:r>
              <a:rPr sz="1050" b="0" i="1" dirty="0">
                <a:solidFill>
                  <a:srgbClr val="8A97A5"/>
                </a:solidFill>
                <a:latin typeface="Arial"/>
              </a:rPr>
              <a:t>   Tufts / Climate Centre (x2)</a:t>
            </a:r>
          </a:p>
        </p:txBody>
      </p:sp>
      <p:sp>
        <p:nvSpPr>
          <p:cNvPr id="8" name="Oval 7"/>
          <p:cNvSpPr/>
          <p:nvPr/>
        </p:nvSpPr>
        <p:spPr>
          <a:xfrm>
            <a:off x="640080" y="3072384"/>
            <a:ext cx="118872" cy="118872"/>
          </a:xfrm>
          <a:prstGeom prst="ellipse">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3008376"/>
            <a:ext cx="10561320" cy="731520"/>
          </a:xfrm>
          <a:prstGeom prst="rect">
            <a:avLst/>
          </a:prstGeom>
          <a:noFill/>
        </p:spPr>
        <p:txBody>
          <a:bodyPr wrap="square" lIns="0" tIns="0" rIns="0" bIns="0" anchor="t">
            <a:spAutoFit/>
          </a:bodyPr>
          <a:lstStyle/>
          <a:p>
            <a:pPr algn="l"/>
            <a:r>
              <a:rPr sz="1350" b="0" i="0" dirty="0">
                <a:solidFill>
                  <a:srgbClr val="202833"/>
                </a:solidFill>
                <a:latin typeface="Arial"/>
              </a:rPr>
              <a:t>Compare against longer-term investments, not only emergency response; cite the recent OCHA fiscal-savings study.</a:t>
            </a:r>
            <a:r>
              <a:rPr sz="1050" b="0" i="1" dirty="0">
                <a:solidFill>
                  <a:srgbClr val="8A97A5"/>
                </a:solidFill>
                <a:latin typeface="Arial"/>
              </a:rPr>
              <a:t>   DG ECHO</a:t>
            </a:r>
          </a:p>
        </p:txBody>
      </p:sp>
      <p:sp>
        <p:nvSpPr>
          <p:cNvPr id="10" name="Oval 9"/>
          <p:cNvSpPr/>
          <p:nvPr/>
        </p:nvSpPr>
        <p:spPr>
          <a:xfrm>
            <a:off x="640080" y="3822192"/>
            <a:ext cx="118872" cy="118872"/>
          </a:xfrm>
          <a:prstGeom prst="ellipse">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3758184"/>
            <a:ext cx="10561320" cy="731520"/>
          </a:xfrm>
          <a:prstGeom prst="rect">
            <a:avLst/>
          </a:prstGeom>
          <a:noFill/>
        </p:spPr>
        <p:txBody>
          <a:bodyPr wrap="square" lIns="0" tIns="0" rIns="0" bIns="0" anchor="t">
            <a:spAutoFit/>
          </a:bodyPr>
          <a:lstStyle/>
          <a:p>
            <a:pPr algn="l"/>
            <a:r>
              <a:rPr sz="1350" b="0" i="0" dirty="0">
                <a:solidFill>
                  <a:srgbClr val="202833"/>
                </a:solidFill>
                <a:latin typeface="Arial"/>
              </a:rPr>
              <a:t>Include readiness costs and “no-regret” value, and un-triggered frameworks (52% never activated, CARE 2026).</a:t>
            </a:r>
            <a:r>
              <a:rPr sz="1050" b="0" i="1" dirty="0">
                <a:solidFill>
                  <a:srgbClr val="8A97A5"/>
                </a:solidFill>
                <a:latin typeface="Arial"/>
              </a:rPr>
              <a:t>   World Vision</a:t>
            </a:r>
          </a:p>
        </p:txBody>
      </p:sp>
      <p:sp>
        <p:nvSpPr>
          <p:cNvPr id="12" name="Oval 11"/>
          <p:cNvSpPr/>
          <p:nvPr/>
        </p:nvSpPr>
        <p:spPr>
          <a:xfrm>
            <a:off x="640080" y="4572000"/>
            <a:ext cx="118872" cy="118872"/>
          </a:xfrm>
          <a:prstGeom prst="ellipse">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4507992"/>
            <a:ext cx="10561320" cy="731520"/>
          </a:xfrm>
          <a:prstGeom prst="rect">
            <a:avLst/>
          </a:prstGeom>
          <a:noFill/>
        </p:spPr>
        <p:txBody>
          <a:bodyPr wrap="square" lIns="0" tIns="0" rIns="0" bIns="0" anchor="t">
            <a:spAutoFit/>
          </a:bodyPr>
          <a:lstStyle/>
          <a:p>
            <a:pPr algn="l"/>
            <a:r>
              <a:rPr sz="1350" b="0" i="0" dirty="0">
                <a:solidFill>
                  <a:srgbClr val="202833"/>
                </a:solidFill>
                <a:latin typeface="Arial"/>
              </a:rPr>
              <a:t>Consider merging cost-benefit into each study rather than a stand-alone gap.</a:t>
            </a:r>
            <a:r>
              <a:rPr sz="1050" b="0" i="1" dirty="0">
                <a:solidFill>
                  <a:srgbClr val="8A97A5"/>
                </a:solidFill>
                <a:latin typeface="Arial"/>
              </a:rPr>
              <a:t>   (reviewer)</a:t>
            </a:r>
          </a:p>
        </p:txBody>
      </p:sp>
      <p:sp>
        <p:nvSpPr>
          <p:cNvPr id="17" name="TextBox 16"/>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8A97A5"/>
                </a:solidFill>
                <a:latin typeface="Arial"/>
              </a:rPr>
              <a:t>20</a:t>
            </a:r>
          </a:p>
        </p:txBody>
      </p:sp>
      <p:sp>
        <p:nvSpPr>
          <p:cNvPr id="15" name="Oval 14">
            <a:extLst>
              <a:ext uri="{FF2B5EF4-FFF2-40B4-BE49-F238E27FC236}">
                <a16:creationId xmlns:a16="http://schemas.microsoft.com/office/drawing/2014/main" id="{083DB025-F60B-7326-96C3-8ECDBAC075F2}"/>
              </a:ext>
            </a:extLst>
          </p:cNvPr>
          <p:cNvSpPr/>
          <p:nvPr/>
        </p:nvSpPr>
        <p:spPr>
          <a:xfrm>
            <a:off x="640080" y="5870448"/>
            <a:ext cx="118872" cy="118872"/>
          </a:xfrm>
          <a:prstGeom prst="ellipse">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a:extLst>
              <a:ext uri="{FF2B5EF4-FFF2-40B4-BE49-F238E27FC236}">
                <a16:creationId xmlns:a16="http://schemas.microsoft.com/office/drawing/2014/main" id="{0F2A511A-BBAD-4CE8-9246-71CC3AFE8A45}"/>
              </a:ext>
            </a:extLst>
          </p:cNvPr>
          <p:cNvSpPr/>
          <p:nvPr/>
        </p:nvSpPr>
        <p:spPr>
          <a:xfrm>
            <a:off x="643310" y="5180076"/>
            <a:ext cx="118872" cy="118872"/>
          </a:xfrm>
          <a:prstGeom prst="ellipse">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B26C38D2-9224-F83E-047B-62D0C3F74BFA}"/>
              </a:ext>
            </a:extLst>
          </p:cNvPr>
          <p:cNvSpPr txBox="1"/>
          <p:nvPr/>
        </p:nvSpPr>
        <p:spPr>
          <a:xfrm>
            <a:off x="959575" y="5136160"/>
            <a:ext cx="10561320" cy="207749"/>
          </a:xfrm>
          <a:prstGeom prst="rect">
            <a:avLst/>
          </a:prstGeom>
          <a:noFill/>
        </p:spPr>
        <p:txBody>
          <a:bodyPr wrap="square" lIns="0" tIns="0" rIns="0" bIns="0" anchor="t">
            <a:spAutoFit/>
          </a:bodyPr>
          <a:lstStyle/>
          <a:p>
            <a:pPr algn="l"/>
            <a:r>
              <a:rPr sz="1350" b="0" i="0" dirty="0">
                <a:solidFill>
                  <a:srgbClr val="202833"/>
                </a:solidFill>
                <a:latin typeface="Arial"/>
              </a:rPr>
              <a:t>Apply common disaggregation by sex, age and disability across all studies</a:t>
            </a:r>
            <a:r>
              <a:rPr lang="en-GB" sz="1350" b="0" i="0" dirty="0">
                <a:solidFill>
                  <a:srgbClr val="202833"/>
                </a:solidFill>
                <a:latin typeface="Arial"/>
              </a:rPr>
              <a:t>:</a:t>
            </a:r>
            <a:r>
              <a:rPr sz="1350" b="0" i="0" dirty="0">
                <a:solidFill>
                  <a:srgbClr val="202833"/>
                </a:solidFill>
                <a:latin typeface="Arial"/>
              </a:rPr>
              <a:t> </a:t>
            </a:r>
            <a:r>
              <a:rPr lang="en-GB" sz="1350" dirty="0">
                <a:solidFill>
                  <a:srgbClr val="202833"/>
                </a:solidFill>
                <a:latin typeface="Arial"/>
              </a:rPr>
              <a:t>x3 </a:t>
            </a:r>
            <a:r>
              <a:rPr sz="1050" b="0" i="1" dirty="0">
                <a:solidFill>
                  <a:srgbClr val="8A97A5"/>
                </a:solidFill>
                <a:latin typeface="Arial"/>
              </a:rPr>
              <a:t>World Vision, REAP</a:t>
            </a:r>
          </a:p>
        </p:txBody>
      </p:sp>
      <p:sp>
        <p:nvSpPr>
          <p:cNvPr id="24" name="TextBox 23">
            <a:extLst>
              <a:ext uri="{FF2B5EF4-FFF2-40B4-BE49-F238E27FC236}">
                <a16:creationId xmlns:a16="http://schemas.microsoft.com/office/drawing/2014/main" id="{BC9C471C-980B-F453-7C91-CA483AF06FE4}"/>
              </a:ext>
            </a:extLst>
          </p:cNvPr>
          <p:cNvSpPr txBox="1"/>
          <p:nvPr/>
        </p:nvSpPr>
        <p:spPr>
          <a:xfrm>
            <a:off x="959575" y="5782616"/>
            <a:ext cx="10561320" cy="731520"/>
          </a:xfrm>
          <a:prstGeom prst="rect">
            <a:avLst/>
          </a:prstGeom>
          <a:noFill/>
        </p:spPr>
        <p:txBody>
          <a:bodyPr wrap="square" lIns="0" tIns="0" rIns="0" bIns="0" anchor="t">
            <a:spAutoFit/>
          </a:bodyPr>
          <a:lstStyle/>
          <a:p>
            <a:pPr algn="l"/>
            <a:r>
              <a:rPr sz="1350" b="0" i="0" dirty="0">
                <a:solidFill>
                  <a:srgbClr val="202833"/>
                </a:solidFill>
                <a:latin typeface="Arial"/>
              </a:rPr>
              <a:t>Treat fragile and conflict-affected settings as a knowledge gap, not only an evaluation obstacle (one experimental study to date).</a:t>
            </a:r>
            <a:r>
              <a:rPr sz="1050" b="0" i="1" dirty="0">
                <a:solidFill>
                  <a:srgbClr val="8A97A5"/>
                </a:solidFill>
                <a:latin typeface="Arial"/>
              </a:rPr>
              <a:t>   World Vision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716012"/>
            <a:ext cx="10789920" cy="415498"/>
          </a:xfrm>
          <a:prstGeom prst="rect">
            <a:avLst/>
          </a:prstGeom>
          <a:noFill/>
        </p:spPr>
        <p:txBody>
          <a:bodyPr wrap="square" lIns="0" tIns="0" rIns="0" bIns="0" anchor="t">
            <a:spAutoFit/>
          </a:bodyPr>
          <a:lstStyle/>
          <a:p>
            <a:pPr algn="l"/>
            <a:r>
              <a:rPr sz="2700" b="1" i="0" dirty="0">
                <a:solidFill>
                  <a:srgbClr val="0E2A4E"/>
                </a:solidFill>
                <a:latin typeface="Arial"/>
              </a:rPr>
              <a:t>Governance</a:t>
            </a:r>
            <a:r>
              <a:rPr lang="en-GB" sz="2700" b="1" i="0" dirty="0">
                <a:solidFill>
                  <a:srgbClr val="0E2A4E"/>
                </a:solidFill>
                <a:latin typeface="Arial"/>
              </a:rPr>
              <a:t>,</a:t>
            </a:r>
            <a:r>
              <a:rPr sz="2700" b="1" i="0" dirty="0">
                <a:solidFill>
                  <a:srgbClr val="0E2A4E"/>
                </a:solidFill>
                <a:latin typeface="Arial"/>
              </a:rPr>
              <a:t> WFP–OCHA Window</a:t>
            </a:r>
            <a:r>
              <a:rPr lang="en-GB" sz="2700" b="1" i="0" dirty="0">
                <a:solidFill>
                  <a:srgbClr val="0E2A4E"/>
                </a:solidFill>
                <a:latin typeface="Arial"/>
              </a:rPr>
              <a:t> and Effort </a:t>
            </a:r>
            <a:r>
              <a:rPr lang="en-GB" sz="2700" b="1" dirty="0">
                <a:solidFill>
                  <a:srgbClr val="0E2A4E"/>
                </a:solidFill>
                <a:latin typeface="Arial"/>
              </a:rPr>
              <a:t>D</a:t>
            </a:r>
            <a:r>
              <a:rPr lang="en-GB" sz="2700" b="1" i="0" dirty="0">
                <a:solidFill>
                  <a:srgbClr val="0E2A4E"/>
                </a:solidFill>
                <a:latin typeface="Arial"/>
              </a:rPr>
              <a:t>uplication</a:t>
            </a:r>
            <a:endParaRPr sz="2700" b="1" i="0" dirty="0">
              <a:solidFill>
                <a:srgbClr val="0E2A4E"/>
              </a:solidFill>
              <a:latin typeface="Arial"/>
            </a:endParaRPr>
          </a:p>
        </p:txBody>
      </p:sp>
      <p:sp>
        <p:nvSpPr>
          <p:cNvPr id="17" name="TextBox 16"/>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8A97A5"/>
                </a:solidFill>
                <a:latin typeface="Arial"/>
              </a:rPr>
              <a:t>23</a:t>
            </a:r>
          </a:p>
        </p:txBody>
      </p:sp>
      <p:sp>
        <p:nvSpPr>
          <p:cNvPr id="18" name="Oval 17"/>
          <p:cNvSpPr/>
          <p:nvPr/>
        </p:nvSpPr>
        <p:spPr>
          <a:xfrm>
            <a:off x="594360" y="1618488"/>
            <a:ext cx="109728" cy="10972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96112" y="1597518"/>
            <a:ext cx="10698480" cy="658368"/>
          </a:xfrm>
          <a:prstGeom prst="rect">
            <a:avLst/>
          </a:prstGeom>
          <a:noFill/>
        </p:spPr>
        <p:txBody>
          <a:bodyPr wrap="square" lIns="0" tIns="0" rIns="0" bIns="0" anchor="t">
            <a:spAutoFit/>
          </a:bodyPr>
          <a:lstStyle/>
          <a:p>
            <a:pPr algn="l"/>
            <a:r>
              <a:rPr sz="1250" b="0" i="0" dirty="0">
                <a:solidFill>
                  <a:srgbClr val="202833"/>
                </a:solidFill>
                <a:latin typeface="Arial"/>
              </a:rPr>
              <a:t>Clarify how the agenda relates to the WFP–OCHA impact evaluation window, and how NGOs can take part / co-design.</a:t>
            </a:r>
            <a:r>
              <a:rPr sz="1000" b="0" i="1" dirty="0">
                <a:solidFill>
                  <a:srgbClr val="8A97A5"/>
                </a:solidFill>
                <a:latin typeface="Arial"/>
              </a:rPr>
              <a:t>   World Vision</a:t>
            </a:r>
          </a:p>
        </p:txBody>
      </p:sp>
      <p:sp>
        <p:nvSpPr>
          <p:cNvPr id="20" name="Oval 19"/>
          <p:cNvSpPr/>
          <p:nvPr/>
        </p:nvSpPr>
        <p:spPr>
          <a:xfrm>
            <a:off x="594360" y="2276856"/>
            <a:ext cx="109728" cy="10972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6112" y="2231136"/>
            <a:ext cx="10698480" cy="384721"/>
          </a:xfrm>
          <a:prstGeom prst="rect">
            <a:avLst/>
          </a:prstGeom>
          <a:noFill/>
        </p:spPr>
        <p:txBody>
          <a:bodyPr wrap="square" lIns="0" tIns="0" rIns="0" bIns="0" anchor="t">
            <a:spAutoFit/>
          </a:bodyPr>
          <a:lstStyle/>
          <a:p>
            <a:pPr algn="l"/>
            <a:r>
              <a:rPr sz="1250" b="0" i="0" dirty="0">
                <a:solidFill>
                  <a:srgbClr val="202833"/>
                </a:solidFill>
                <a:latin typeface="Arial"/>
              </a:rPr>
              <a:t>Several parts may already exist</a:t>
            </a:r>
            <a:r>
              <a:rPr lang="en-GB" sz="1250" b="0" i="0" dirty="0">
                <a:solidFill>
                  <a:srgbClr val="202833"/>
                </a:solidFill>
                <a:latin typeface="Arial"/>
              </a:rPr>
              <a:t>. For example,</a:t>
            </a:r>
            <a:r>
              <a:rPr sz="1250" b="0" i="0" dirty="0">
                <a:solidFill>
                  <a:srgbClr val="202833"/>
                </a:solidFill>
                <a:latin typeface="Arial"/>
              </a:rPr>
              <a:t> the MEAL WG guidelines and the Window already cover indicators, costing, readiness and the priority questions. What does the agenda add rather than repeat?</a:t>
            </a:r>
            <a:r>
              <a:rPr sz="1000" b="0" i="1" dirty="0">
                <a:solidFill>
                  <a:srgbClr val="8A97A5"/>
                </a:solidFill>
                <a:latin typeface="Arial"/>
              </a:rPr>
              <a:t>   OCHA (Daniel Pfister)</a:t>
            </a:r>
          </a:p>
        </p:txBody>
      </p:sp>
      <p:sp>
        <p:nvSpPr>
          <p:cNvPr id="22" name="Oval 21"/>
          <p:cNvSpPr/>
          <p:nvPr/>
        </p:nvSpPr>
        <p:spPr>
          <a:xfrm>
            <a:off x="594360" y="2935224"/>
            <a:ext cx="109728" cy="10972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6112" y="2889504"/>
            <a:ext cx="10698480" cy="384721"/>
          </a:xfrm>
          <a:prstGeom prst="rect">
            <a:avLst/>
          </a:prstGeom>
          <a:noFill/>
        </p:spPr>
        <p:txBody>
          <a:bodyPr wrap="square" lIns="0" tIns="0" rIns="0" bIns="0" anchor="t">
            <a:spAutoFit/>
          </a:bodyPr>
          <a:lstStyle/>
          <a:p>
            <a:pPr algn="l"/>
            <a:r>
              <a:rPr sz="1250" b="0" i="0" dirty="0">
                <a:solidFill>
                  <a:srgbClr val="202833"/>
                </a:solidFill>
                <a:latin typeface="Arial"/>
              </a:rPr>
              <a:t>Guard against adding to fragmentation: with learning budgets shrinking, </a:t>
            </a:r>
            <a:r>
              <a:rPr lang="en-GB" sz="1250" b="0" i="0" dirty="0">
                <a:solidFill>
                  <a:srgbClr val="202833"/>
                </a:solidFill>
                <a:latin typeface="Arial"/>
              </a:rPr>
              <a:t>we should use the given budget on</a:t>
            </a:r>
            <a:r>
              <a:rPr sz="1250" b="0" i="0" dirty="0">
                <a:solidFill>
                  <a:srgbClr val="202833"/>
                </a:solidFill>
                <a:latin typeface="Arial"/>
              </a:rPr>
              <a:t> existing infrastructure rather than </a:t>
            </a:r>
            <a:r>
              <a:rPr lang="en-GB" sz="1250" b="0" i="0" dirty="0">
                <a:solidFill>
                  <a:srgbClr val="202833"/>
                </a:solidFill>
                <a:latin typeface="Arial"/>
              </a:rPr>
              <a:t>creating </a:t>
            </a:r>
            <a:r>
              <a:rPr sz="1250" b="0" i="0" dirty="0">
                <a:solidFill>
                  <a:srgbClr val="202833"/>
                </a:solidFill>
                <a:latin typeface="Arial"/>
              </a:rPr>
              <a:t>a parallel process.</a:t>
            </a:r>
            <a:r>
              <a:rPr sz="1000" b="0" i="1" dirty="0">
                <a:solidFill>
                  <a:srgbClr val="8A97A5"/>
                </a:solidFill>
                <a:latin typeface="Arial"/>
              </a:rPr>
              <a:t>   OCHA (Daniel Pfister)</a:t>
            </a:r>
          </a:p>
        </p:txBody>
      </p:sp>
      <p:sp>
        <p:nvSpPr>
          <p:cNvPr id="24" name="Oval 23"/>
          <p:cNvSpPr/>
          <p:nvPr/>
        </p:nvSpPr>
        <p:spPr>
          <a:xfrm>
            <a:off x="594360" y="3593592"/>
            <a:ext cx="109728" cy="10972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96112" y="3547872"/>
            <a:ext cx="10698480" cy="192360"/>
          </a:xfrm>
          <a:prstGeom prst="rect">
            <a:avLst/>
          </a:prstGeom>
          <a:noFill/>
        </p:spPr>
        <p:txBody>
          <a:bodyPr wrap="square" lIns="0" tIns="0" rIns="0" bIns="0" anchor="t">
            <a:spAutoFit/>
          </a:bodyPr>
          <a:lstStyle/>
          <a:p>
            <a:pPr algn="l"/>
            <a:r>
              <a:rPr sz="1250" b="0" i="0" dirty="0">
                <a:solidFill>
                  <a:srgbClr val="202833"/>
                </a:solidFill>
                <a:latin typeface="Arial"/>
              </a:rPr>
              <a:t>Be clear what changes in practice</a:t>
            </a:r>
            <a:r>
              <a:rPr lang="en-GB" sz="1250" b="0" i="0" dirty="0">
                <a:solidFill>
                  <a:srgbClr val="202833"/>
                </a:solidFill>
                <a:latin typeface="Arial"/>
              </a:rPr>
              <a:t>. A</a:t>
            </a:r>
            <a:r>
              <a:rPr sz="1250" b="0" i="0" dirty="0" err="1">
                <a:solidFill>
                  <a:srgbClr val="202833"/>
                </a:solidFill>
                <a:latin typeface="Arial"/>
              </a:rPr>
              <a:t>gencies</a:t>
            </a:r>
            <a:r>
              <a:rPr sz="1250" b="0" i="0" dirty="0">
                <a:solidFill>
                  <a:srgbClr val="202833"/>
                </a:solidFill>
                <a:latin typeface="Arial"/>
              </a:rPr>
              <a:t> already evaluate jointly; the Window already uses a technical coordinator and a feasibility screen.</a:t>
            </a:r>
            <a:r>
              <a:rPr sz="1000" b="0" i="1" dirty="0">
                <a:solidFill>
                  <a:srgbClr val="8A97A5"/>
                </a:solidFill>
                <a:latin typeface="Arial"/>
              </a:rPr>
              <a:t>   OCHA</a:t>
            </a:r>
          </a:p>
        </p:txBody>
      </p:sp>
      <p:sp>
        <p:nvSpPr>
          <p:cNvPr id="26" name="Oval 25"/>
          <p:cNvSpPr/>
          <p:nvPr/>
        </p:nvSpPr>
        <p:spPr>
          <a:xfrm>
            <a:off x="594360" y="4251960"/>
            <a:ext cx="109728" cy="10972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96112" y="4213077"/>
            <a:ext cx="10698480" cy="192360"/>
          </a:xfrm>
          <a:prstGeom prst="rect">
            <a:avLst/>
          </a:prstGeom>
          <a:noFill/>
        </p:spPr>
        <p:txBody>
          <a:bodyPr wrap="square" lIns="0" tIns="0" rIns="0" bIns="0" anchor="t">
            <a:spAutoFit/>
          </a:bodyPr>
          <a:lstStyle/>
          <a:p>
            <a:pPr algn="l"/>
            <a:r>
              <a:rPr sz="1250" b="0" i="0" dirty="0">
                <a:solidFill>
                  <a:srgbClr val="202833"/>
                </a:solidFill>
                <a:latin typeface="Arial"/>
              </a:rPr>
              <a:t>Add a clear implementation plan and budget; if it updates the MEAL WG's work, consider taking it forward within that group.</a:t>
            </a:r>
            <a:r>
              <a:rPr sz="1000" b="0" i="1" dirty="0">
                <a:solidFill>
                  <a:srgbClr val="8A97A5"/>
                </a:solidFill>
                <a:latin typeface="Arial"/>
              </a:rPr>
              <a:t>   OCHA</a:t>
            </a:r>
          </a:p>
        </p:txBody>
      </p:sp>
      <p:sp>
        <p:nvSpPr>
          <p:cNvPr id="28" name="Oval 27"/>
          <p:cNvSpPr/>
          <p:nvPr/>
        </p:nvSpPr>
        <p:spPr>
          <a:xfrm>
            <a:off x="594360" y="4910328"/>
            <a:ext cx="109728" cy="10972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96112" y="4864608"/>
            <a:ext cx="10698480" cy="658368"/>
          </a:xfrm>
          <a:prstGeom prst="rect">
            <a:avLst/>
          </a:prstGeom>
          <a:noFill/>
        </p:spPr>
        <p:txBody>
          <a:bodyPr wrap="square" lIns="0" tIns="0" rIns="0" bIns="0" anchor="t">
            <a:spAutoFit/>
          </a:bodyPr>
          <a:lstStyle/>
          <a:p>
            <a:pPr algn="l"/>
            <a:r>
              <a:rPr sz="1250" b="0" i="0" dirty="0">
                <a:solidFill>
                  <a:srgbClr val="202833"/>
                </a:solidFill>
                <a:latin typeface="Arial"/>
              </a:rPr>
              <a:t>Would the Anticipation Hub be the logical host? State FAO's intended hosting; make explicit the AA MEAL WG is a Hub working group.</a:t>
            </a:r>
            <a:r>
              <a:rPr sz="1000" b="0" i="1" dirty="0">
                <a:solidFill>
                  <a:srgbClr val="8A97A5"/>
                </a:solidFill>
                <a:latin typeface="Arial"/>
              </a:rPr>
              <a:t>   GRC</a:t>
            </a:r>
          </a:p>
        </p:txBody>
      </p:sp>
      <p:sp>
        <p:nvSpPr>
          <p:cNvPr id="30" name="Oval 29"/>
          <p:cNvSpPr/>
          <p:nvPr/>
        </p:nvSpPr>
        <p:spPr>
          <a:xfrm>
            <a:off x="594360" y="5568696"/>
            <a:ext cx="109728" cy="10972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96112" y="5522976"/>
            <a:ext cx="10698480" cy="658368"/>
          </a:xfrm>
          <a:prstGeom prst="rect">
            <a:avLst/>
          </a:prstGeom>
          <a:noFill/>
        </p:spPr>
        <p:txBody>
          <a:bodyPr wrap="square" lIns="0" tIns="0" rIns="0" bIns="0" anchor="t">
            <a:spAutoFit/>
          </a:bodyPr>
          <a:lstStyle/>
          <a:p>
            <a:pPr algn="l"/>
            <a:r>
              <a:rPr sz="1250" b="0" i="0">
                <a:solidFill>
                  <a:srgbClr val="202833"/>
                </a:solidFill>
                <a:latin typeface="Arial"/>
              </a:rPr>
              <a:t>Clarify who selects studies for the shared portfolio; add national, regional and global policy processes to engagement and uptake.</a:t>
            </a:r>
            <a:r>
              <a:rPr sz="1000" b="0" i="1">
                <a:solidFill>
                  <a:srgbClr val="8A97A5"/>
                </a:solidFill>
                <a:latin typeface="Arial"/>
              </a:rPr>
              <a:t>   Tufts / Climate Centre · REAP</a:t>
            </a:r>
          </a:p>
        </p:txBody>
      </p:sp>
      <p:sp>
        <p:nvSpPr>
          <p:cNvPr id="4" name="Rectangle 3">
            <a:extLst>
              <a:ext uri="{FF2B5EF4-FFF2-40B4-BE49-F238E27FC236}">
                <a16:creationId xmlns:a16="http://schemas.microsoft.com/office/drawing/2014/main" id="{EE034950-186B-B0FE-E399-8A31C7ACEC78}"/>
              </a:ext>
            </a:extLst>
          </p:cNvPr>
          <p:cNvSpPr/>
          <p:nvPr/>
        </p:nvSpPr>
        <p:spPr>
          <a:xfrm>
            <a:off x="594360" y="502920"/>
            <a:ext cx="502920"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502920"/>
            <a:ext cx="502920"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753122"/>
            <a:ext cx="10789920" cy="415498"/>
          </a:xfrm>
          <a:prstGeom prst="rect">
            <a:avLst/>
          </a:prstGeom>
          <a:noFill/>
        </p:spPr>
        <p:txBody>
          <a:bodyPr wrap="square" lIns="0" tIns="0" rIns="0" bIns="0" anchor="t">
            <a:spAutoFit/>
          </a:bodyPr>
          <a:lstStyle/>
          <a:p>
            <a:pPr algn="l"/>
            <a:r>
              <a:rPr lang="en-GB" sz="2700" b="1" i="0" dirty="0">
                <a:solidFill>
                  <a:srgbClr val="0E2A4E"/>
                </a:solidFill>
                <a:latin typeface="Arial"/>
              </a:rPr>
              <a:t>Rigour, standards and data-sharing</a:t>
            </a:r>
            <a:endParaRPr sz="2700" b="1" i="0" dirty="0">
              <a:solidFill>
                <a:srgbClr val="0E2A4E"/>
              </a:solidFill>
              <a:latin typeface="Arial"/>
            </a:endParaRPr>
          </a:p>
        </p:txBody>
      </p:sp>
      <p:sp>
        <p:nvSpPr>
          <p:cNvPr id="4" name="Oval 3"/>
          <p:cNvSpPr/>
          <p:nvPr/>
        </p:nvSpPr>
        <p:spPr>
          <a:xfrm>
            <a:off x="640080" y="1572768"/>
            <a:ext cx="118872" cy="118872"/>
          </a:xfrm>
          <a:prstGeom prst="ellipse">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508760"/>
            <a:ext cx="10561320" cy="207749"/>
          </a:xfrm>
          <a:prstGeom prst="rect">
            <a:avLst/>
          </a:prstGeom>
          <a:noFill/>
        </p:spPr>
        <p:txBody>
          <a:bodyPr wrap="square" lIns="0" tIns="0" rIns="0" bIns="0" anchor="t">
            <a:spAutoFit/>
          </a:bodyPr>
          <a:lstStyle/>
          <a:p>
            <a:pPr algn="l"/>
            <a:r>
              <a:rPr lang="en-GB" sz="1350" b="0" i="0" dirty="0">
                <a:solidFill>
                  <a:srgbClr val="202833"/>
                </a:solidFill>
                <a:latin typeface="Arial"/>
              </a:rPr>
              <a:t>N</a:t>
            </a:r>
            <a:r>
              <a:rPr sz="1350" b="0" i="0" dirty="0">
                <a:solidFill>
                  <a:srgbClr val="202833"/>
                </a:solidFill>
                <a:latin typeface="Arial"/>
              </a:rPr>
              <a:t>arrative must match method strength</a:t>
            </a:r>
            <a:r>
              <a:rPr lang="en-GB" sz="1350" b="0" i="0" dirty="0">
                <a:solidFill>
                  <a:srgbClr val="202833"/>
                </a:solidFill>
                <a:latin typeface="Arial"/>
              </a:rPr>
              <a:t> e.g.,</a:t>
            </a:r>
            <a:r>
              <a:rPr sz="1350" b="0" i="0" dirty="0">
                <a:solidFill>
                  <a:srgbClr val="202833"/>
                </a:solidFill>
                <a:latin typeface="Arial"/>
              </a:rPr>
              <a:t> baseline/endline cannot attribute; </a:t>
            </a:r>
            <a:r>
              <a:rPr lang="en-GB" sz="1350" b="0" i="0" dirty="0">
                <a:solidFill>
                  <a:srgbClr val="202833"/>
                </a:solidFill>
                <a:latin typeface="Arial"/>
              </a:rPr>
              <a:t>methodologies have limits, and assumptions stated. </a:t>
            </a:r>
            <a:r>
              <a:rPr sz="1050" b="0" i="1" dirty="0">
                <a:solidFill>
                  <a:srgbClr val="8A97A5"/>
                </a:solidFill>
                <a:latin typeface="Arial"/>
              </a:rPr>
              <a:t>(reviewer)</a:t>
            </a:r>
          </a:p>
        </p:txBody>
      </p:sp>
      <p:sp>
        <p:nvSpPr>
          <p:cNvPr id="6" name="Oval 5"/>
          <p:cNvSpPr/>
          <p:nvPr/>
        </p:nvSpPr>
        <p:spPr>
          <a:xfrm>
            <a:off x="640080" y="2322576"/>
            <a:ext cx="118872" cy="118872"/>
          </a:xfrm>
          <a:prstGeom prst="ellipse">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258568"/>
            <a:ext cx="10561320" cy="207749"/>
          </a:xfrm>
          <a:prstGeom prst="rect">
            <a:avLst/>
          </a:prstGeom>
          <a:noFill/>
        </p:spPr>
        <p:txBody>
          <a:bodyPr wrap="square" lIns="0" tIns="0" rIns="0" bIns="0" anchor="t">
            <a:spAutoFit/>
          </a:bodyPr>
          <a:lstStyle/>
          <a:p>
            <a:pPr algn="l"/>
            <a:r>
              <a:rPr lang="en-GB" sz="1350" b="0" i="0" dirty="0">
                <a:solidFill>
                  <a:srgbClr val="202833"/>
                </a:solidFill>
                <a:latin typeface="Arial"/>
              </a:rPr>
              <a:t>Use existing MEAL WG </a:t>
            </a:r>
            <a:r>
              <a:rPr sz="1350" b="0" i="0" dirty="0">
                <a:solidFill>
                  <a:srgbClr val="202833"/>
                </a:solidFill>
                <a:latin typeface="Arial"/>
              </a:rPr>
              <a:t>common indicators rather than defining new ones.</a:t>
            </a:r>
            <a:r>
              <a:rPr sz="1050" b="0" i="1" dirty="0">
                <a:solidFill>
                  <a:srgbClr val="8A97A5"/>
                </a:solidFill>
                <a:latin typeface="Arial"/>
              </a:rPr>
              <a:t>   (reviewer)</a:t>
            </a:r>
          </a:p>
        </p:txBody>
      </p:sp>
      <p:sp>
        <p:nvSpPr>
          <p:cNvPr id="8" name="Oval 7"/>
          <p:cNvSpPr/>
          <p:nvPr/>
        </p:nvSpPr>
        <p:spPr>
          <a:xfrm>
            <a:off x="640080" y="3072384"/>
            <a:ext cx="118872" cy="118872"/>
          </a:xfrm>
          <a:prstGeom prst="ellipse">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3008376"/>
            <a:ext cx="10561320" cy="207749"/>
          </a:xfrm>
          <a:prstGeom prst="rect">
            <a:avLst/>
          </a:prstGeom>
          <a:noFill/>
        </p:spPr>
        <p:txBody>
          <a:bodyPr wrap="square" lIns="0" tIns="0" rIns="0" bIns="0" anchor="t">
            <a:spAutoFit/>
          </a:bodyPr>
          <a:lstStyle/>
          <a:p>
            <a:pPr algn="l"/>
            <a:r>
              <a:rPr lang="en-GB" sz="1350" b="0" i="0" dirty="0">
                <a:solidFill>
                  <a:srgbClr val="202833"/>
                </a:solidFill>
                <a:latin typeface="Arial"/>
              </a:rPr>
              <a:t>Allow for wide range of studies. </a:t>
            </a:r>
            <a:r>
              <a:rPr sz="1350" b="0" i="0" dirty="0">
                <a:solidFill>
                  <a:srgbClr val="202833"/>
                </a:solidFill>
                <a:latin typeface="Arial"/>
              </a:rPr>
              <a:t>Different audiences find different evidence credible — quantitative vs narrative / success stories.</a:t>
            </a:r>
            <a:r>
              <a:rPr sz="1050" b="0" i="1" dirty="0">
                <a:solidFill>
                  <a:srgbClr val="8A97A5"/>
                </a:solidFill>
                <a:latin typeface="Arial"/>
              </a:rPr>
              <a:t>   (reviewer)</a:t>
            </a:r>
          </a:p>
        </p:txBody>
      </p:sp>
      <p:sp>
        <p:nvSpPr>
          <p:cNvPr id="10" name="Oval 9"/>
          <p:cNvSpPr/>
          <p:nvPr/>
        </p:nvSpPr>
        <p:spPr>
          <a:xfrm>
            <a:off x="640080" y="3781044"/>
            <a:ext cx="118872" cy="118872"/>
          </a:xfrm>
          <a:prstGeom prst="ellipse">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3752205"/>
            <a:ext cx="10561320" cy="731520"/>
          </a:xfrm>
          <a:prstGeom prst="rect">
            <a:avLst/>
          </a:prstGeom>
          <a:noFill/>
        </p:spPr>
        <p:txBody>
          <a:bodyPr wrap="square" lIns="0" tIns="0" rIns="0" bIns="0" anchor="t">
            <a:spAutoFit/>
          </a:bodyPr>
          <a:lstStyle/>
          <a:p>
            <a:pPr algn="l"/>
            <a:r>
              <a:rPr sz="1350" b="0" i="0" dirty="0">
                <a:solidFill>
                  <a:srgbClr val="202833"/>
                </a:solidFill>
                <a:latin typeface="Arial"/>
              </a:rPr>
              <a:t>Set minimum methodological standards and name who sets and reviews them.</a:t>
            </a:r>
            <a:r>
              <a:rPr sz="1050" b="0" i="1" dirty="0">
                <a:solidFill>
                  <a:srgbClr val="8A97A5"/>
                </a:solidFill>
                <a:latin typeface="Arial"/>
              </a:rPr>
              <a:t>   OCHA (Daniel Pfister)</a:t>
            </a:r>
          </a:p>
        </p:txBody>
      </p:sp>
      <p:sp>
        <p:nvSpPr>
          <p:cNvPr id="15" name="TextBox 14"/>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8A97A5"/>
                </a:solidFill>
                <a:latin typeface="Arial"/>
              </a:rPr>
              <a:t>22</a:t>
            </a:r>
          </a:p>
        </p:txBody>
      </p:sp>
      <p:sp>
        <p:nvSpPr>
          <p:cNvPr id="30" name="Oval 29">
            <a:extLst>
              <a:ext uri="{FF2B5EF4-FFF2-40B4-BE49-F238E27FC236}">
                <a16:creationId xmlns:a16="http://schemas.microsoft.com/office/drawing/2014/main" id="{67B427A0-ECC2-97E6-A047-292E3847900C}"/>
              </a:ext>
            </a:extLst>
          </p:cNvPr>
          <p:cNvSpPr/>
          <p:nvPr/>
        </p:nvSpPr>
        <p:spPr>
          <a:xfrm>
            <a:off x="640080" y="4423389"/>
            <a:ext cx="118872" cy="118872"/>
          </a:xfrm>
          <a:prstGeom prst="ellipse">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a:extLst>
              <a:ext uri="{FF2B5EF4-FFF2-40B4-BE49-F238E27FC236}">
                <a16:creationId xmlns:a16="http://schemas.microsoft.com/office/drawing/2014/main" id="{06F41EB1-1342-1F77-9FC7-5D226BD6DF01}"/>
              </a:ext>
            </a:extLst>
          </p:cNvPr>
          <p:cNvSpPr/>
          <p:nvPr/>
        </p:nvSpPr>
        <p:spPr>
          <a:xfrm>
            <a:off x="647001" y="5135964"/>
            <a:ext cx="118872" cy="118872"/>
          </a:xfrm>
          <a:prstGeom prst="ellipse">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a:extLst>
              <a:ext uri="{FF2B5EF4-FFF2-40B4-BE49-F238E27FC236}">
                <a16:creationId xmlns:a16="http://schemas.microsoft.com/office/drawing/2014/main" id="{B0343E4F-87FC-0473-AC31-578BE90732DD}"/>
              </a:ext>
            </a:extLst>
          </p:cNvPr>
          <p:cNvSpPr/>
          <p:nvPr/>
        </p:nvSpPr>
        <p:spPr>
          <a:xfrm>
            <a:off x="640080" y="5778309"/>
            <a:ext cx="118872" cy="118872"/>
          </a:xfrm>
          <a:prstGeom prst="ellipse">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1067F016-BFF1-9608-FDF5-B9D85D2D3AB1}"/>
              </a:ext>
            </a:extLst>
          </p:cNvPr>
          <p:cNvSpPr txBox="1"/>
          <p:nvPr/>
        </p:nvSpPr>
        <p:spPr>
          <a:xfrm>
            <a:off x="960120" y="4378951"/>
            <a:ext cx="10561320" cy="207749"/>
          </a:xfrm>
          <a:prstGeom prst="rect">
            <a:avLst/>
          </a:prstGeom>
          <a:noFill/>
        </p:spPr>
        <p:txBody>
          <a:bodyPr wrap="square" lIns="0" tIns="0" rIns="0" bIns="0" anchor="t">
            <a:spAutoFit/>
          </a:bodyPr>
          <a:lstStyle/>
          <a:p>
            <a:pPr algn="l"/>
            <a:r>
              <a:rPr sz="1350" b="0" i="0" dirty="0">
                <a:solidFill>
                  <a:srgbClr val="202833"/>
                </a:solidFill>
                <a:latin typeface="Arial"/>
              </a:rPr>
              <a:t>Explain, for non-researchers, why data is shared</a:t>
            </a:r>
            <a:r>
              <a:rPr lang="en-GB" sz="1350" b="0" i="0" dirty="0">
                <a:solidFill>
                  <a:srgbClr val="202833"/>
                </a:solidFill>
                <a:latin typeface="Arial"/>
              </a:rPr>
              <a:t>: perhaps for </a:t>
            </a:r>
            <a:r>
              <a:rPr sz="1350" b="0" i="0" dirty="0">
                <a:solidFill>
                  <a:srgbClr val="202833"/>
                </a:solidFill>
                <a:latin typeface="Arial"/>
              </a:rPr>
              <a:t>replication, secondary and meta-analysis.</a:t>
            </a:r>
            <a:r>
              <a:rPr sz="1050" b="0" i="1" dirty="0">
                <a:solidFill>
                  <a:srgbClr val="8A97A5"/>
                </a:solidFill>
                <a:latin typeface="Arial"/>
              </a:rPr>
              <a:t>   GRC</a:t>
            </a:r>
          </a:p>
        </p:txBody>
      </p:sp>
      <p:sp>
        <p:nvSpPr>
          <p:cNvPr id="42" name="TextBox 41">
            <a:extLst>
              <a:ext uri="{FF2B5EF4-FFF2-40B4-BE49-F238E27FC236}">
                <a16:creationId xmlns:a16="http://schemas.microsoft.com/office/drawing/2014/main" id="{38A1C9E3-1D0A-4A04-BE9D-711494E61BFC}"/>
              </a:ext>
            </a:extLst>
          </p:cNvPr>
          <p:cNvSpPr txBox="1"/>
          <p:nvPr/>
        </p:nvSpPr>
        <p:spPr>
          <a:xfrm>
            <a:off x="960120" y="5064495"/>
            <a:ext cx="10561320" cy="731520"/>
          </a:xfrm>
          <a:prstGeom prst="rect">
            <a:avLst/>
          </a:prstGeom>
          <a:noFill/>
        </p:spPr>
        <p:txBody>
          <a:bodyPr wrap="square" lIns="0" tIns="0" rIns="0" bIns="0" anchor="t">
            <a:spAutoFit/>
          </a:bodyPr>
          <a:lstStyle/>
          <a:p>
            <a:pPr algn="l"/>
            <a:r>
              <a:rPr sz="1350" b="0" i="0" dirty="0">
                <a:solidFill>
                  <a:srgbClr val="202833"/>
                </a:solidFill>
                <a:latin typeface="Arial"/>
              </a:rPr>
              <a:t>Not all data need be shared with everyone; soften to results, where feasible, under agreed protocols.</a:t>
            </a:r>
            <a:r>
              <a:rPr sz="1050" b="0" i="1" dirty="0">
                <a:solidFill>
                  <a:srgbClr val="8A97A5"/>
                </a:solidFill>
                <a:latin typeface="Arial"/>
              </a:rPr>
              <a:t>   GRC (x2)</a:t>
            </a:r>
          </a:p>
        </p:txBody>
      </p:sp>
      <p:sp>
        <p:nvSpPr>
          <p:cNvPr id="44" name="TextBox 43">
            <a:extLst>
              <a:ext uri="{FF2B5EF4-FFF2-40B4-BE49-F238E27FC236}">
                <a16:creationId xmlns:a16="http://schemas.microsoft.com/office/drawing/2014/main" id="{374ED660-577C-B781-47A4-DC45D1438C6E}"/>
              </a:ext>
            </a:extLst>
          </p:cNvPr>
          <p:cNvSpPr txBox="1"/>
          <p:nvPr/>
        </p:nvSpPr>
        <p:spPr>
          <a:xfrm>
            <a:off x="960120" y="5819392"/>
            <a:ext cx="10561320" cy="731520"/>
          </a:xfrm>
          <a:prstGeom prst="rect">
            <a:avLst/>
          </a:prstGeom>
          <a:noFill/>
        </p:spPr>
        <p:txBody>
          <a:bodyPr wrap="square" lIns="0" tIns="0" rIns="0" bIns="0" anchor="t">
            <a:spAutoFit/>
          </a:bodyPr>
          <a:lstStyle/>
          <a:p>
            <a:pPr algn="l"/>
            <a:r>
              <a:rPr sz="1350" b="0" i="0" dirty="0">
                <a:solidFill>
                  <a:srgbClr val="202833"/>
                </a:solidFill>
                <a:latin typeface="Arial"/>
              </a:rPr>
              <a:t>Build in an uptake / implementation element — there is a known research-to-practice gap (implementation science).</a:t>
            </a:r>
            <a:r>
              <a:rPr sz="1050" b="0" i="1" dirty="0">
                <a:solidFill>
                  <a:srgbClr val="8A97A5"/>
                </a:solidFill>
                <a:latin typeface="Arial"/>
              </a:rPr>
              <a:t>   Tufts / Climate Centre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village_ful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731520"/>
            <a:ext cx="10515600" cy="215444"/>
          </a:xfrm>
          <a:prstGeom prst="rect">
            <a:avLst/>
          </a:prstGeom>
          <a:noFill/>
        </p:spPr>
        <p:txBody>
          <a:bodyPr wrap="square" lIns="0" tIns="0" rIns="0" bIns="0" anchor="t">
            <a:spAutoFit/>
          </a:bodyPr>
          <a:lstStyle/>
          <a:p>
            <a:pPr algn="l"/>
            <a:r>
              <a:rPr lang="en-GB" sz="1400" b="1" i="0" spc="200" dirty="0">
                <a:solidFill>
                  <a:srgbClr val="E87A1E"/>
                </a:solidFill>
                <a:latin typeface="Arial"/>
              </a:rPr>
              <a:t>OPEN </a:t>
            </a:r>
            <a:r>
              <a:rPr sz="1400" b="1" i="0" spc="200" dirty="0">
                <a:solidFill>
                  <a:srgbClr val="E87A1E"/>
                </a:solidFill>
                <a:latin typeface="Arial"/>
              </a:rPr>
              <a:t>DISCUSSION</a:t>
            </a:r>
          </a:p>
        </p:txBody>
      </p:sp>
      <p:sp>
        <p:nvSpPr>
          <p:cNvPr id="4" name="TextBox 3"/>
          <p:cNvSpPr txBox="1"/>
          <p:nvPr/>
        </p:nvSpPr>
        <p:spPr>
          <a:xfrm>
            <a:off x="685800" y="1188720"/>
            <a:ext cx="10515600" cy="822960"/>
          </a:xfrm>
          <a:prstGeom prst="rect">
            <a:avLst/>
          </a:prstGeom>
          <a:noFill/>
        </p:spPr>
        <p:txBody>
          <a:bodyPr wrap="square" lIns="0" tIns="0" rIns="0" bIns="0" anchor="t">
            <a:spAutoFit/>
          </a:bodyPr>
          <a:lstStyle/>
          <a:p>
            <a:pPr algn="l"/>
            <a:r>
              <a:rPr sz="3000" b="1" i="0">
                <a:solidFill>
                  <a:srgbClr val="FFFFFF"/>
                </a:solidFill>
                <a:latin typeface="Arial"/>
              </a:rPr>
              <a:t>Where we would value your input</a:t>
            </a:r>
          </a:p>
        </p:txBody>
      </p:sp>
      <p:sp>
        <p:nvSpPr>
          <p:cNvPr id="5" name="Oval 4"/>
          <p:cNvSpPr/>
          <p:nvPr/>
        </p:nvSpPr>
        <p:spPr>
          <a:xfrm>
            <a:off x="731520" y="2377440"/>
            <a:ext cx="137160" cy="13716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51560" y="2351066"/>
            <a:ext cx="10058400" cy="253916"/>
          </a:xfrm>
          <a:prstGeom prst="rect">
            <a:avLst/>
          </a:prstGeom>
          <a:noFill/>
        </p:spPr>
        <p:txBody>
          <a:bodyPr wrap="square" lIns="0" tIns="0" rIns="0" bIns="0" anchor="ctr">
            <a:spAutoFit/>
          </a:bodyPr>
          <a:lstStyle/>
          <a:p>
            <a:pPr algn="l"/>
            <a:r>
              <a:rPr sz="1650" b="1" i="0">
                <a:solidFill>
                  <a:srgbClr val="FFFFFF"/>
                </a:solidFill>
                <a:latin typeface="Arial"/>
              </a:rPr>
              <a:t>Overall</a:t>
            </a:r>
            <a:r>
              <a:rPr lang="en-GB" sz="1650" b="1" i="0">
                <a:solidFill>
                  <a:srgbClr val="FFFFFF"/>
                </a:solidFill>
                <a:latin typeface="Arial"/>
              </a:rPr>
              <a:t>, </a:t>
            </a:r>
            <a:r>
              <a:rPr sz="1650" b="1" i="0">
                <a:solidFill>
                  <a:srgbClr val="FFFFFF"/>
                </a:solidFill>
                <a:latin typeface="Arial"/>
              </a:rPr>
              <a:t>does the framing and scope feel right?</a:t>
            </a:r>
          </a:p>
        </p:txBody>
      </p:sp>
      <p:sp>
        <p:nvSpPr>
          <p:cNvPr id="7" name="Oval 6"/>
          <p:cNvSpPr/>
          <p:nvPr/>
        </p:nvSpPr>
        <p:spPr>
          <a:xfrm>
            <a:off x="731520" y="3035808"/>
            <a:ext cx="137160" cy="13716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2834808"/>
            <a:ext cx="10058400" cy="548640"/>
          </a:xfrm>
          <a:prstGeom prst="rect">
            <a:avLst/>
          </a:prstGeom>
          <a:noFill/>
        </p:spPr>
        <p:txBody>
          <a:bodyPr wrap="square" lIns="0" tIns="0" rIns="0" bIns="0" anchor="ctr">
            <a:spAutoFit/>
          </a:bodyPr>
          <a:lstStyle/>
          <a:p>
            <a:pPr algn="l"/>
            <a:r>
              <a:rPr sz="1650" b="1" i="0">
                <a:solidFill>
                  <a:srgbClr val="FFFFFF"/>
                </a:solidFill>
                <a:latin typeface="Arial"/>
              </a:rPr>
              <a:t>What is missing, and what needs expansion?</a:t>
            </a:r>
          </a:p>
        </p:txBody>
      </p:sp>
      <p:sp>
        <p:nvSpPr>
          <p:cNvPr id="9" name="Oval 8"/>
          <p:cNvSpPr/>
          <p:nvPr/>
        </p:nvSpPr>
        <p:spPr>
          <a:xfrm>
            <a:off x="731520" y="3694176"/>
            <a:ext cx="137160" cy="13716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51560" y="3640538"/>
            <a:ext cx="10058400" cy="253916"/>
          </a:xfrm>
          <a:prstGeom prst="rect">
            <a:avLst/>
          </a:prstGeom>
          <a:noFill/>
        </p:spPr>
        <p:txBody>
          <a:bodyPr wrap="square" lIns="0" tIns="0" rIns="0" bIns="0" anchor="ctr">
            <a:spAutoFit/>
          </a:bodyPr>
          <a:lstStyle/>
          <a:p>
            <a:pPr algn="l"/>
            <a:r>
              <a:rPr sz="1650" b="1" i="0">
                <a:solidFill>
                  <a:srgbClr val="FFFFFF"/>
                </a:solidFill>
                <a:latin typeface="Arial"/>
              </a:rPr>
              <a:t>Are the four gaps</a:t>
            </a:r>
            <a:r>
              <a:rPr lang="en-GB" sz="1650" b="1">
                <a:solidFill>
                  <a:srgbClr val="FFFFFF"/>
                </a:solidFill>
                <a:latin typeface="Arial"/>
              </a:rPr>
              <a:t> correct and enough or shall we add more </a:t>
            </a:r>
            <a:r>
              <a:rPr sz="1650" b="1" i="0">
                <a:solidFill>
                  <a:srgbClr val="FFFFFF"/>
                </a:solidFill>
                <a:latin typeface="Arial"/>
              </a:rPr>
              <a:t>priorities to lead with?</a:t>
            </a:r>
          </a:p>
        </p:txBody>
      </p:sp>
      <p:sp>
        <p:nvSpPr>
          <p:cNvPr id="11" name="Oval 10"/>
          <p:cNvSpPr/>
          <p:nvPr/>
        </p:nvSpPr>
        <p:spPr>
          <a:xfrm>
            <a:off x="731520" y="4352544"/>
            <a:ext cx="137160" cy="13716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4262162"/>
            <a:ext cx="10058400" cy="253916"/>
          </a:xfrm>
          <a:prstGeom prst="rect">
            <a:avLst/>
          </a:prstGeom>
          <a:noFill/>
        </p:spPr>
        <p:txBody>
          <a:bodyPr wrap="square" lIns="0" tIns="0" rIns="0" bIns="0" anchor="ctr">
            <a:spAutoFit/>
          </a:bodyPr>
          <a:lstStyle/>
          <a:p>
            <a:pPr algn="l"/>
            <a:r>
              <a:rPr lang="en-GB" sz="1650" b="1" dirty="0">
                <a:solidFill>
                  <a:srgbClr val="FFFFFF"/>
                </a:solidFill>
                <a:latin typeface="Arial"/>
              </a:rPr>
              <a:t>Comments that needs to be addressed</a:t>
            </a:r>
            <a:endParaRPr sz="1650" b="1" i="0" dirty="0">
              <a:solidFill>
                <a:srgbClr val="FFFFFF"/>
              </a:solidFill>
              <a:latin typeface="Arial"/>
            </a:endParaRPr>
          </a:p>
        </p:txBody>
      </p:sp>
      <p:sp>
        <p:nvSpPr>
          <p:cNvPr id="13" name="Oval 12"/>
          <p:cNvSpPr/>
          <p:nvPr/>
        </p:nvSpPr>
        <p:spPr>
          <a:xfrm>
            <a:off x="731520" y="5010912"/>
            <a:ext cx="137160" cy="13716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4939876"/>
            <a:ext cx="10058400" cy="253916"/>
          </a:xfrm>
          <a:prstGeom prst="rect">
            <a:avLst/>
          </a:prstGeom>
          <a:noFill/>
        </p:spPr>
        <p:txBody>
          <a:bodyPr wrap="square" lIns="0" tIns="0" rIns="0" bIns="0" anchor="ctr">
            <a:spAutoFit/>
          </a:bodyPr>
          <a:lstStyle/>
          <a:p>
            <a:r>
              <a:rPr lang="en-GB" sz="1650" b="1" dirty="0">
                <a:solidFill>
                  <a:srgbClr val="FFFFFF"/>
                </a:solidFill>
                <a:latin typeface="Arial"/>
              </a:rPr>
              <a:t>High-level comments to be addressed before the light launch in Berlin</a:t>
            </a:r>
          </a:p>
        </p:txBody>
      </p:sp>
      <p:sp>
        <p:nvSpPr>
          <p:cNvPr id="15" name="Rectangle 14"/>
          <p:cNvSpPr/>
          <p:nvPr/>
        </p:nvSpPr>
        <p:spPr>
          <a:xfrm>
            <a:off x="731520" y="5852160"/>
            <a:ext cx="10515600" cy="2540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5989320"/>
            <a:ext cx="10515600" cy="415498"/>
          </a:xfrm>
          <a:prstGeom prst="rect">
            <a:avLst/>
          </a:prstGeom>
          <a:noFill/>
        </p:spPr>
        <p:txBody>
          <a:bodyPr wrap="square" lIns="0" tIns="0" rIns="0" bIns="0" anchor="t">
            <a:spAutoFit/>
          </a:bodyPr>
          <a:lstStyle/>
          <a:p>
            <a:pPr algn="l"/>
            <a:r>
              <a:rPr sz="1400" b="1" i="0">
                <a:solidFill>
                  <a:srgbClr val="E87A1E"/>
                </a:solidFill>
                <a:latin typeface="Arial"/>
              </a:rPr>
              <a:t>Next:  </a:t>
            </a:r>
            <a:r>
              <a:rPr lang="en-GB" sz="1300" b="1" i="0">
                <a:solidFill>
                  <a:srgbClr val="FFFFFF"/>
                </a:solidFill>
                <a:latin typeface="Arial"/>
              </a:rPr>
              <a:t>Finalize</a:t>
            </a:r>
            <a:r>
              <a:rPr sz="1300" b="1" i="0">
                <a:solidFill>
                  <a:srgbClr val="FFFFFF"/>
                </a:solidFill>
                <a:latin typeface="Arial"/>
              </a:rPr>
              <a:t> a working version to present at the Global Dialogue Platform (Berlin)</a:t>
            </a:r>
            <a:r>
              <a:rPr lang="en-GB" sz="1300" b="1" i="0">
                <a:solidFill>
                  <a:srgbClr val="FFFFFF"/>
                </a:solidFill>
                <a:latin typeface="Arial"/>
              </a:rPr>
              <a:t> next week</a:t>
            </a:r>
            <a:r>
              <a:rPr sz="1300" b="1" i="0">
                <a:solidFill>
                  <a:srgbClr val="FFFFFF"/>
                </a:solidFill>
                <a:latin typeface="Arial"/>
              </a:rPr>
              <a:t> as a living document for a second round of feedback.</a:t>
            </a:r>
          </a:p>
        </p:txBody>
      </p:sp>
      <p:sp>
        <p:nvSpPr>
          <p:cNvPr id="17" name="TextBox 16"/>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FFFFFF"/>
                </a:solidFill>
                <a:latin typeface="Arial"/>
              </a:rPr>
              <a:t>14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4360" y="502920"/>
            <a:ext cx="502920"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752925"/>
            <a:ext cx="10789920" cy="415498"/>
          </a:xfrm>
          <a:prstGeom prst="rect">
            <a:avLst/>
          </a:prstGeom>
          <a:noFill/>
        </p:spPr>
        <p:txBody>
          <a:bodyPr wrap="square" lIns="0" tIns="0" rIns="0" bIns="0" anchor="t">
            <a:spAutoFit/>
          </a:bodyPr>
          <a:lstStyle/>
          <a:p>
            <a:pPr algn="l"/>
            <a:r>
              <a:rPr lang="en-GB" sz="2700" b="1" i="0" dirty="0">
                <a:solidFill>
                  <a:srgbClr val="0E2A4E"/>
                </a:solidFill>
                <a:latin typeface="Arial"/>
              </a:rPr>
              <a:t>Proposed timeline and future</a:t>
            </a:r>
            <a:endParaRPr sz="2700" b="1" i="0" dirty="0">
              <a:solidFill>
                <a:srgbClr val="0E2A4E"/>
              </a:solidFill>
              <a:latin typeface="Arial"/>
            </a:endParaRPr>
          </a:p>
        </p:txBody>
      </p:sp>
      <p:sp>
        <p:nvSpPr>
          <p:cNvPr id="4" name="Rectangle 3"/>
          <p:cNvSpPr/>
          <p:nvPr/>
        </p:nvSpPr>
        <p:spPr>
          <a:xfrm>
            <a:off x="731520" y="1828800"/>
            <a:ext cx="10744200" cy="38100"/>
          </a:xfrm>
          <a:prstGeom prst="rect">
            <a:avLst/>
          </a:prstGeom>
          <a:solidFill>
            <a:srgbClr val="8A9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40080" y="1746504"/>
            <a:ext cx="237744" cy="237744"/>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2286000"/>
            <a:ext cx="2560320" cy="2926080"/>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40080" y="2286000"/>
            <a:ext cx="2560320" cy="9144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8" y="2523744"/>
            <a:ext cx="2157984" cy="274320"/>
          </a:xfrm>
          <a:prstGeom prst="rect">
            <a:avLst/>
          </a:prstGeom>
          <a:noFill/>
        </p:spPr>
        <p:txBody>
          <a:bodyPr wrap="square" lIns="0" tIns="0" rIns="0" bIns="0" anchor="t">
            <a:spAutoFit/>
          </a:bodyPr>
          <a:lstStyle/>
          <a:p>
            <a:pPr algn="l"/>
            <a:r>
              <a:rPr sz="1200" b="1" i="0" spc="100">
                <a:solidFill>
                  <a:srgbClr val="E87A1E"/>
                </a:solidFill>
                <a:latin typeface="Arial"/>
              </a:rPr>
              <a:t>PHASE 0</a:t>
            </a:r>
          </a:p>
        </p:txBody>
      </p:sp>
      <p:sp>
        <p:nvSpPr>
          <p:cNvPr id="9" name="TextBox 8"/>
          <p:cNvSpPr txBox="1"/>
          <p:nvPr/>
        </p:nvSpPr>
        <p:spPr>
          <a:xfrm>
            <a:off x="841248" y="2798064"/>
            <a:ext cx="2157984" cy="274320"/>
          </a:xfrm>
          <a:prstGeom prst="rect">
            <a:avLst/>
          </a:prstGeom>
          <a:noFill/>
        </p:spPr>
        <p:txBody>
          <a:bodyPr wrap="square" lIns="0" tIns="0" rIns="0" bIns="0" anchor="t">
            <a:spAutoFit/>
          </a:bodyPr>
          <a:lstStyle/>
          <a:p>
            <a:pPr algn="l"/>
            <a:r>
              <a:rPr sz="1050" b="0" i="1">
                <a:solidFill>
                  <a:srgbClr val="556678"/>
                </a:solidFill>
                <a:latin typeface="Arial"/>
              </a:rPr>
              <a:t>2026</a:t>
            </a:r>
          </a:p>
        </p:txBody>
      </p:sp>
      <p:sp>
        <p:nvSpPr>
          <p:cNvPr id="10" name="TextBox 9"/>
          <p:cNvSpPr txBox="1"/>
          <p:nvPr/>
        </p:nvSpPr>
        <p:spPr>
          <a:xfrm>
            <a:off x="841248" y="3154680"/>
            <a:ext cx="2157984" cy="777240"/>
          </a:xfrm>
          <a:prstGeom prst="rect">
            <a:avLst/>
          </a:prstGeom>
          <a:noFill/>
        </p:spPr>
        <p:txBody>
          <a:bodyPr wrap="square" lIns="0" tIns="0" rIns="0" bIns="0" anchor="t">
            <a:spAutoFit/>
          </a:bodyPr>
          <a:lstStyle/>
          <a:p>
            <a:pPr algn="l"/>
            <a:r>
              <a:rPr sz="1450" b="1" i="0">
                <a:solidFill>
                  <a:srgbClr val="0E2A4E"/>
                </a:solidFill>
                <a:latin typeface="Arial"/>
              </a:rPr>
              <a:t>Living document</a:t>
            </a:r>
          </a:p>
        </p:txBody>
      </p:sp>
      <p:sp>
        <p:nvSpPr>
          <p:cNvPr id="11" name="TextBox 10"/>
          <p:cNvSpPr txBox="1"/>
          <p:nvPr/>
        </p:nvSpPr>
        <p:spPr>
          <a:xfrm>
            <a:off x="841248" y="3977640"/>
            <a:ext cx="2157984" cy="1097280"/>
          </a:xfrm>
          <a:prstGeom prst="rect">
            <a:avLst/>
          </a:prstGeom>
          <a:noFill/>
        </p:spPr>
        <p:txBody>
          <a:bodyPr wrap="square" lIns="0" tIns="0" rIns="0" bIns="0" anchor="t">
            <a:spAutoFit/>
          </a:bodyPr>
          <a:lstStyle/>
          <a:p>
            <a:pPr algn="l"/>
            <a:r>
              <a:rPr sz="1150" b="0" i="0">
                <a:solidFill>
                  <a:srgbClr val="202833"/>
                </a:solidFill>
                <a:latin typeface="Arial"/>
              </a:rPr>
              <a:t>Open for comment; working version presented at the Global Dialogue Platform, Berlin.</a:t>
            </a:r>
          </a:p>
        </p:txBody>
      </p:sp>
      <p:sp>
        <p:nvSpPr>
          <p:cNvPr id="12" name="Oval 11"/>
          <p:cNvSpPr/>
          <p:nvPr/>
        </p:nvSpPr>
        <p:spPr>
          <a:xfrm>
            <a:off x="3355848" y="1746504"/>
            <a:ext cx="237744" cy="237744"/>
          </a:xfrm>
          <a:prstGeom prst="ellipse">
            <a:avLst/>
          </a:prstGeom>
          <a:solidFill>
            <a:srgbClr val="2E6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55848" y="2286000"/>
            <a:ext cx="2560320" cy="2926080"/>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55848" y="2286000"/>
            <a:ext cx="2560320" cy="91440"/>
          </a:xfrm>
          <a:prstGeom prst="rect">
            <a:avLst/>
          </a:prstGeom>
          <a:solidFill>
            <a:srgbClr val="2E6B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57016" y="2523744"/>
            <a:ext cx="2157984" cy="274320"/>
          </a:xfrm>
          <a:prstGeom prst="rect">
            <a:avLst/>
          </a:prstGeom>
          <a:noFill/>
        </p:spPr>
        <p:txBody>
          <a:bodyPr wrap="square" lIns="0" tIns="0" rIns="0" bIns="0" anchor="t">
            <a:spAutoFit/>
          </a:bodyPr>
          <a:lstStyle/>
          <a:p>
            <a:pPr algn="l"/>
            <a:r>
              <a:rPr sz="1200" b="1" i="0" spc="100">
                <a:solidFill>
                  <a:srgbClr val="2E6B9E"/>
                </a:solidFill>
                <a:latin typeface="Arial"/>
              </a:rPr>
              <a:t>PHASE 1</a:t>
            </a:r>
          </a:p>
        </p:txBody>
      </p:sp>
      <p:sp>
        <p:nvSpPr>
          <p:cNvPr id="16" name="TextBox 15"/>
          <p:cNvSpPr txBox="1"/>
          <p:nvPr/>
        </p:nvSpPr>
        <p:spPr>
          <a:xfrm>
            <a:off x="3557016" y="2798064"/>
            <a:ext cx="2157984" cy="274320"/>
          </a:xfrm>
          <a:prstGeom prst="rect">
            <a:avLst/>
          </a:prstGeom>
          <a:noFill/>
        </p:spPr>
        <p:txBody>
          <a:bodyPr wrap="square" lIns="0" tIns="0" rIns="0" bIns="0" anchor="t">
            <a:spAutoFit/>
          </a:bodyPr>
          <a:lstStyle/>
          <a:p>
            <a:pPr algn="l"/>
            <a:r>
              <a:rPr sz="1050" b="0" i="1">
                <a:solidFill>
                  <a:srgbClr val="556678"/>
                </a:solidFill>
                <a:latin typeface="Arial"/>
              </a:rPr>
              <a:t>late 2026–early 2027</a:t>
            </a:r>
          </a:p>
        </p:txBody>
      </p:sp>
      <p:sp>
        <p:nvSpPr>
          <p:cNvPr id="17" name="TextBox 16"/>
          <p:cNvSpPr txBox="1"/>
          <p:nvPr/>
        </p:nvSpPr>
        <p:spPr>
          <a:xfrm>
            <a:off x="3557016" y="3154680"/>
            <a:ext cx="2157984" cy="777240"/>
          </a:xfrm>
          <a:prstGeom prst="rect">
            <a:avLst/>
          </a:prstGeom>
          <a:noFill/>
        </p:spPr>
        <p:txBody>
          <a:bodyPr wrap="square" lIns="0" tIns="0" rIns="0" bIns="0" anchor="t">
            <a:spAutoFit/>
          </a:bodyPr>
          <a:lstStyle/>
          <a:p>
            <a:pPr algn="l"/>
            <a:r>
              <a:rPr sz="1450" b="1" i="0">
                <a:solidFill>
                  <a:srgbClr val="0E2A4E"/>
                </a:solidFill>
                <a:latin typeface="Arial"/>
              </a:rPr>
              <a:t>Validation &amp; endorsement</a:t>
            </a:r>
          </a:p>
        </p:txBody>
      </p:sp>
      <p:sp>
        <p:nvSpPr>
          <p:cNvPr id="18" name="TextBox 17"/>
          <p:cNvSpPr txBox="1"/>
          <p:nvPr/>
        </p:nvSpPr>
        <p:spPr>
          <a:xfrm>
            <a:off x="3557016" y="3977640"/>
            <a:ext cx="2157984" cy="1097280"/>
          </a:xfrm>
          <a:prstGeom prst="rect">
            <a:avLst/>
          </a:prstGeom>
          <a:noFill/>
        </p:spPr>
        <p:txBody>
          <a:bodyPr wrap="square" lIns="0" tIns="0" rIns="0" bIns="0" anchor="t">
            <a:spAutoFit/>
          </a:bodyPr>
          <a:lstStyle/>
          <a:p>
            <a:pPr algn="l"/>
            <a:r>
              <a:rPr sz="1150" b="0" i="0">
                <a:solidFill>
                  <a:srgbClr val="202833"/>
                </a:solidFill>
                <a:latin typeface="Arial"/>
              </a:rPr>
              <a:t>Priorities validated, partners endorse, technical core group formed, module drafted.</a:t>
            </a:r>
          </a:p>
        </p:txBody>
      </p:sp>
      <p:sp>
        <p:nvSpPr>
          <p:cNvPr id="19" name="Oval 18"/>
          <p:cNvSpPr/>
          <p:nvPr/>
        </p:nvSpPr>
        <p:spPr>
          <a:xfrm>
            <a:off x="6071616" y="1746504"/>
            <a:ext cx="237744" cy="237744"/>
          </a:xfrm>
          <a:prstGeom prst="ellipse">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071616" y="2286000"/>
            <a:ext cx="2560320" cy="2926080"/>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71616" y="2286000"/>
            <a:ext cx="2560320" cy="91440"/>
          </a:xfrm>
          <a:prstGeom prst="rect">
            <a:avLst/>
          </a:prstGeom>
          <a:solidFill>
            <a:srgbClr val="2E7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72784" y="2523744"/>
            <a:ext cx="2157984" cy="274320"/>
          </a:xfrm>
          <a:prstGeom prst="rect">
            <a:avLst/>
          </a:prstGeom>
          <a:noFill/>
        </p:spPr>
        <p:txBody>
          <a:bodyPr wrap="square" lIns="0" tIns="0" rIns="0" bIns="0" anchor="t">
            <a:spAutoFit/>
          </a:bodyPr>
          <a:lstStyle/>
          <a:p>
            <a:pPr algn="l"/>
            <a:r>
              <a:rPr sz="1200" b="1" i="0" spc="100">
                <a:solidFill>
                  <a:srgbClr val="2E7D46"/>
                </a:solidFill>
                <a:latin typeface="Arial"/>
              </a:rPr>
              <a:t>PHASE 2</a:t>
            </a:r>
          </a:p>
        </p:txBody>
      </p:sp>
      <p:sp>
        <p:nvSpPr>
          <p:cNvPr id="23" name="TextBox 22"/>
          <p:cNvSpPr txBox="1"/>
          <p:nvPr/>
        </p:nvSpPr>
        <p:spPr>
          <a:xfrm>
            <a:off x="6272784" y="2798064"/>
            <a:ext cx="2157984" cy="274320"/>
          </a:xfrm>
          <a:prstGeom prst="rect">
            <a:avLst/>
          </a:prstGeom>
          <a:noFill/>
        </p:spPr>
        <p:txBody>
          <a:bodyPr wrap="square" lIns="0" tIns="0" rIns="0" bIns="0" anchor="t">
            <a:spAutoFit/>
          </a:bodyPr>
          <a:lstStyle/>
          <a:p>
            <a:pPr algn="l"/>
            <a:r>
              <a:rPr sz="1050" b="0" i="1">
                <a:solidFill>
                  <a:srgbClr val="556678"/>
                </a:solidFill>
                <a:latin typeface="Arial"/>
              </a:rPr>
              <a:t>2027–2030</a:t>
            </a:r>
          </a:p>
        </p:txBody>
      </p:sp>
      <p:sp>
        <p:nvSpPr>
          <p:cNvPr id="24" name="TextBox 23"/>
          <p:cNvSpPr txBox="1"/>
          <p:nvPr/>
        </p:nvSpPr>
        <p:spPr>
          <a:xfrm>
            <a:off x="6272784" y="3154680"/>
            <a:ext cx="2157984" cy="777240"/>
          </a:xfrm>
          <a:prstGeom prst="rect">
            <a:avLst/>
          </a:prstGeom>
          <a:noFill/>
        </p:spPr>
        <p:txBody>
          <a:bodyPr wrap="square" lIns="0" tIns="0" rIns="0" bIns="0" anchor="t">
            <a:spAutoFit/>
          </a:bodyPr>
          <a:lstStyle/>
          <a:p>
            <a:pPr algn="l"/>
            <a:r>
              <a:rPr sz="1450" b="1" i="0">
                <a:solidFill>
                  <a:srgbClr val="0E2A4E"/>
                </a:solidFill>
                <a:latin typeface="Arial"/>
              </a:rPr>
              <a:t>Coordinated evidence generation</a:t>
            </a:r>
          </a:p>
        </p:txBody>
      </p:sp>
      <p:sp>
        <p:nvSpPr>
          <p:cNvPr id="25" name="TextBox 24"/>
          <p:cNvSpPr txBox="1"/>
          <p:nvPr/>
        </p:nvSpPr>
        <p:spPr>
          <a:xfrm>
            <a:off x="6272784" y="3977640"/>
            <a:ext cx="2157984" cy="1097280"/>
          </a:xfrm>
          <a:prstGeom prst="rect">
            <a:avLst/>
          </a:prstGeom>
          <a:noFill/>
        </p:spPr>
        <p:txBody>
          <a:bodyPr wrap="square" lIns="0" tIns="0" rIns="0" bIns="0" anchor="t">
            <a:spAutoFit/>
          </a:bodyPr>
          <a:lstStyle/>
          <a:p>
            <a:pPr algn="l"/>
            <a:r>
              <a:rPr sz="1150" b="0" i="0">
                <a:solidFill>
                  <a:srgbClr val="202833"/>
                </a:solidFill>
                <a:latin typeface="Arial"/>
              </a:rPr>
              <a:t>Joint evaluations under the common module; mid-term stocktake in 2028.</a:t>
            </a:r>
          </a:p>
        </p:txBody>
      </p:sp>
      <p:sp>
        <p:nvSpPr>
          <p:cNvPr id="26" name="Oval 25"/>
          <p:cNvSpPr/>
          <p:nvPr/>
        </p:nvSpPr>
        <p:spPr>
          <a:xfrm>
            <a:off x="8787384" y="1746504"/>
            <a:ext cx="237744" cy="237744"/>
          </a:xfrm>
          <a:prstGeom prst="ellipse">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787384" y="2286000"/>
            <a:ext cx="2560320" cy="2926080"/>
          </a:xfrm>
          <a:prstGeom prst="rect">
            <a:avLst/>
          </a:prstGeom>
          <a:solidFill>
            <a:srgbClr val="F5F6F8"/>
          </a:solidFill>
          <a:ln w="9525">
            <a:solidFill>
              <a:srgbClr val="E3E6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8787384" y="2286000"/>
            <a:ext cx="2560320" cy="91440"/>
          </a:xfrm>
          <a:prstGeom prst="rect">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988552" y="2523744"/>
            <a:ext cx="2157984" cy="274320"/>
          </a:xfrm>
          <a:prstGeom prst="rect">
            <a:avLst/>
          </a:prstGeom>
          <a:noFill/>
        </p:spPr>
        <p:txBody>
          <a:bodyPr wrap="square" lIns="0" tIns="0" rIns="0" bIns="0" anchor="t">
            <a:spAutoFit/>
          </a:bodyPr>
          <a:lstStyle/>
          <a:p>
            <a:pPr algn="l"/>
            <a:r>
              <a:rPr sz="1200" b="1" i="0" spc="100">
                <a:solidFill>
                  <a:srgbClr val="0E2A4E"/>
                </a:solidFill>
                <a:latin typeface="Arial"/>
              </a:rPr>
              <a:t>PHASE 3</a:t>
            </a:r>
          </a:p>
        </p:txBody>
      </p:sp>
      <p:sp>
        <p:nvSpPr>
          <p:cNvPr id="30" name="TextBox 29"/>
          <p:cNvSpPr txBox="1"/>
          <p:nvPr/>
        </p:nvSpPr>
        <p:spPr>
          <a:xfrm>
            <a:off x="8988552" y="2798064"/>
            <a:ext cx="2157984" cy="274320"/>
          </a:xfrm>
          <a:prstGeom prst="rect">
            <a:avLst/>
          </a:prstGeom>
          <a:noFill/>
        </p:spPr>
        <p:txBody>
          <a:bodyPr wrap="square" lIns="0" tIns="0" rIns="0" bIns="0" anchor="t">
            <a:spAutoFit/>
          </a:bodyPr>
          <a:lstStyle/>
          <a:p>
            <a:pPr algn="l"/>
            <a:r>
              <a:rPr sz="1050" b="0" i="1">
                <a:solidFill>
                  <a:srgbClr val="556678"/>
                </a:solidFill>
                <a:latin typeface="Arial"/>
              </a:rPr>
              <a:t>2030</a:t>
            </a:r>
          </a:p>
        </p:txBody>
      </p:sp>
      <p:sp>
        <p:nvSpPr>
          <p:cNvPr id="31" name="TextBox 30"/>
          <p:cNvSpPr txBox="1"/>
          <p:nvPr/>
        </p:nvSpPr>
        <p:spPr>
          <a:xfrm>
            <a:off x="8988552" y="3154680"/>
            <a:ext cx="2157984" cy="777240"/>
          </a:xfrm>
          <a:prstGeom prst="rect">
            <a:avLst/>
          </a:prstGeom>
          <a:noFill/>
        </p:spPr>
        <p:txBody>
          <a:bodyPr wrap="square" lIns="0" tIns="0" rIns="0" bIns="0" anchor="t">
            <a:spAutoFit/>
          </a:bodyPr>
          <a:lstStyle/>
          <a:p>
            <a:pPr algn="l"/>
            <a:r>
              <a:rPr sz="1450" b="1" i="0">
                <a:solidFill>
                  <a:srgbClr val="0E2A4E"/>
                </a:solidFill>
                <a:latin typeface="Arial"/>
              </a:rPr>
              <a:t>Synthesis &amp; uptake</a:t>
            </a:r>
          </a:p>
        </p:txBody>
      </p:sp>
      <p:sp>
        <p:nvSpPr>
          <p:cNvPr id="32" name="TextBox 31"/>
          <p:cNvSpPr txBox="1"/>
          <p:nvPr/>
        </p:nvSpPr>
        <p:spPr>
          <a:xfrm>
            <a:off x="8988552" y="3977640"/>
            <a:ext cx="2157984" cy="1097280"/>
          </a:xfrm>
          <a:prstGeom prst="rect">
            <a:avLst/>
          </a:prstGeom>
          <a:noFill/>
        </p:spPr>
        <p:txBody>
          <a:bodyPr wrap="square" lIns="0" tIns="0" rIns="0" bIns="0" anchor="t">
            <a:spAutoFit/>
          </a:bodyPr>
          <a:lstStyle/>
          <a:p>
            <a:pPr algn="l"/>
            <a:r>
              <a:rPr sz="1150" b="0" i="0">
                <a:solidFill>
                  <a:srgbClr val="202833"/>
                </a:solidFill>
                <a:latin typeface="Arial"/>
              </a:rPr>
              <a:t>Findings synthesised and communicated to inform scaling and financing decisions.</a:t>
            </a:r>
          </a:p>
        </p:txBody>
      </p:sp>
      <p:sp>
        <p:nvSpPr>
          <p:cNvPr id="33" name="TextBox 32"/>
          <p:cNvSpPr txBox="1"/>
          <p:nvPr/>
        </p:nvSpPr>
        <p:spPr>
          <a:xfrm>
            <a:off x="11430000" y="6455664"/>
            <a:ext cx="640080" cy="292608"/>
          </a:xfrm>
          <a:prstGeom prst="rect">
            <a:avLst/>
          </a:prstGeom>
          <a:noFill/>
        </p:spPr>
        <p:txBody>
          <a:bodyPr wrap="square" lIns="0" tIns="0" rIns="0" bIns="0" anchor="ctr">
            <a:spAutoFit/>
          </a:bodyPr>
          <a:lstStyle/>
          <a:p>
            <a:pPr algn="r"/>
            <a:r>
              <a:rPr sz="1000" b="0" i="0">
                <a:solidFill>
                  <a:srgbClr val="8A97A5"/>
                </a:solidFill>
                <a:latin typeface="Arial"/>
              </a:rPr>
              <a:t>11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ural_full.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40080" y="502920"/>
            <a:ext cx="8604588" cy="723275"/>
          </a:xfrm>
          <a:prstGeom prst="rect">
            <a:avLst/>
          </a:prstGeom>
          <a:noFill/>
        </p:spPr>
        <p:txBody>
          <a:bodyPr wrap="square" lIns="0" tIns="0" rIns="0" bIns="0" anchor="t">
            <a:spAutoFit/>
          </a:bodyPr>
          <a:lstStyle/>
          <a:p>
            <a:pPr algn="l"/>
            <a:r>
              <a:rPr sz="1300" b="1" i="0" spc="200" dirty="0">
                <a:solidFill>
                  <a:srgbClr val="E87A1E"/>
                </a:solidFill>
                <a:latin typeface="Arial"/>
              </a:rPr>
              <a:t>NEXT STEPS</a:t>
            </a:r>
          </a:p>
          <a:p>
            <a:r>
              <a:rPr sz="3400" b="1" i="0" dirty="0">
                <a:solidFill>
                  <a:srgbClr val="0E2A4E"/>
                </a:solidFill>
                <a:latin typeface="Arial"/>
              </a:rPr>
              <a:t>See you </a:t>
            </a:r>
            <a:r>
              <a:rPr lang="en-GB" sz="3400" b="1" dirty="0">
                <a:solidFill>
                  <a:srgbClr val="0E2A4E"/>
                </a:solidFill>
                <a:latin typeface="Arial"/>
              </a:rPr>
              <a:t>at the Global Dialogue Platform</a:t>
            </a:r>
            <a:endParaRPr sz="3400" b="1" i="0" dirty="0">
              <a:solidFill>
                <a:srgbClr val="0E2A4E"/>
              </a:solidFill>
              <a:latin typeface="Arial"/>
            </a:endParaRPr>
          </a:p>
        </p:txBody>
      </p:sp>
      <p:sp>
        <p:nvSpPr>
          <p:cNvPr id="4" name="Rectangle 3"/>
          <p:cNvSpPr/>
          <p:nvPr/>
        </p:nvSpPr>
        <p:spPr>
          <a:xfrm>
            <a:off x="0" y="4526280"/>
            <a:ext cx="12191695" cy="2331720"/>
          </a:xfrm>
          <a:prstGeom prst="rect">
            <a:avLst/>
          </a:prstGeom>
          <a:solidFill>
            <a:srgbClr val="0E2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4526280"/>
            <a:ext cx="12191695"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4818888"/>
            <a:ext cx="10789920" cy="1477328"/>
          </a:xfrm>
          <a:prstGeom prst="rect">
            <a:avLst/>
          </a:prstGeom>
          <a:noFill/>
        </p:spPr>
        <p:txBody>
          <a:bodyPr wrap="square" lIns="0" tIns="0" rIns="0" bIns="0" anchor="t">
            <a:spAutoFit/>
          </a:bodyPr>
          <a:lstStyle/>
          <a:p>
            <a:pPr algn="l"/>
            <a:r>
              <a:rPr sz="1800" b="1" i="0" dirty="0">
                <a:solidFill>
                  <a:srgbClr val="FFFFFF"/>
                </a:solidFill>
                <a:latin typeface="Arial"/>
              </a:rPr>
              <a:t>We look forward to seeing you in Berlin and continuing the discussion in person.</a:t>
            </a:r>
            <a:endParaRPr lang="en-GB" sz="1800" b="1" i="0" dirty="0">
              <a:solidFill>
                <a:srgbClr val="FFFFFF"/>
              </a:solidFill>
              <a:latin typeface="Arial"/>
            </a:endParaRPr>
          </a:p>
          <a:p>
            <a:pPr algn="l"/>
            <a:endParaRPr sz="1800" b="1" i="0" dirty="0">
              <a:solidFill>
                <a:srgbClr val="FFFFFF"/>
              </a:solidFill>
              <a:latin typeface="Arial"/>
            </a:endParaRPr>
          </a:p>
          <a:p>
            <a:pPr>
              <a:spcBef>
                <a:spcPts val="1000"/>
              </a:spcBef>
            </a:pPr>
            <a:r>
              <a:rPr sz="1500" b="1" i="0" dirty="0">
                <a:solidFill>
                  <a:srgbClr val="E87A1E"/>
                </a:solidFill>
                <a:latin typeface="Arial"/>
              </a:rPr>
              <a:t>Soft launch.  </a:t>
            </a:r>
            <a:r>
              <a:rPr sz="1500" b="0" i="0" dirty="0">
                <a:solidFill>
                  <a:srgbClr val="DFE7EF"/>
                </a:solidFill>
                <a:latin typeface="Arial"/>
              </a:rPr>
              <a:t>Niccolò Lombardi and Kamran Khan </a:t>
            </a:r>
            <a:r>
              <a:rPr lang="en-GB" sz="1500" b="0" i="0" dirty="0">
                <a:solidFill>
                  <a:srgbClr val="DFE7EF"/>
                </a:solidFill>
                <a:latin typeface="Arial"/>
              </a:rPr>
              <a:t>Niazi </a:t>
            </a:r>
            <a:r>
              <a:rPr sz="1500" b="0" i="0" dirty="0">
                <a:solidFill>
                  <a:srgbClr val="DFE7EF"/>
                </a:solidFill>
                <a:latin typeface="Arial"/>
              </a:rPr>
              <a:t>will soft-launch this document in a plenary session on 21 October.</a:t>
            </a:r>
          </a:p>
          <a:p>
            <a:pPr>
              <a:spcBef>
                <a:spcPts val="800"/>
              </a:spcBef>
            </a:pPr>
            <a:r>
              <a:rPr sz="1500" b="1" i="0" dirty="0">
                <a:solidFill>
                  <a:srgbClr val="E87A1E"/>
                </a:solidFill>
                <a:latin typeface="Arial"/>
              </a:rPr>
              <a:t>Session 21.  </a:t>
            </a:r>
            <a:r>
              <a:rPr lang="en-GB" sz="1500" b="0" i="0" dirty="0">
                <a:solidFill>
                  <a:srgbClr val="DFE7EF"/>
                </a:solidFill>
                <a:latin typeface="Arial"/>
              </a:rPr>
              <a:t>A dedicated session on joint evidence, what it means to organizations and what organizations are prioritizing at their end is also scheduled at the Global Dialogue Platform on October 21 at 15.30 CEST.</a:t>
            </a:r>
            <a:endParaRPr sz="1500" b="0" i="0" dirty="0">
              <a:solidFill>
                <a:srgbClr val="DFE7EF"/>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2228</Words>
  <Application>Microsoft Office PowerPoint</Application>
  <PresentationFormat>Widescreen</PresentationFormat>
  <Paragraphs>210</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Niazi, Kamran Khan (ESA)</cp:lastModifiedBy>
  <cp:revision>1</cp:revision>
  <dcterms:created xsi:type="dcterms:W3CDTF">2013-01-27T09:14:16Z</dcterms:created>
  <dcterms:modified xsi:type="dcterms:W3CDTF">2026-10-15T14:36:19Z</dcterms:modified>
  <cp:category/>
</cp:coreProperties>
</file>